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HHNLwMhzloMso4WJhQsh+Xd+p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4b087da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4b087d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4b087da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f4b087d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f4b087da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f4b087d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Fuzzy C-Means Clustering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Fuzzy C-means (FCM)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Fuzzy C-means (FCM) is a clustering algorithm that allows each data point to belong to multiple clusters with varying degrees of membership.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imilar to K-means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it aims to partition a set of n-dimensional data points into a predefined number of clusters,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iffers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assigns a membership grade for each cluster, rather than being assigned to a single cluster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4b087daa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Fuzziness Parameter (m)</a:t>
            </a:r>
            <a:endParaRPr/>
          </a:p>
        </p:txBody>
      </p:sp>
      <p:sp>
        <p:nvSpPr>
          <p:cNvPr id="97" name="Google Shape;97;g39f4b087daa_0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Controls how “fuzzy” the clusters are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m=1 → behaves like hard clustering (k-means)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m&gt;1 → more fuzzy, overlapping clusters (usually 1.5–2.5)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Working of the FCM algorithm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Choose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6543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Font typeface="Calibri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number of clusters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(c) to form and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6543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Font typeface="Calibri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a fuzziness parameter (m) that determines the degree of fuzziness in the clustering. 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Initialize the cluster centers randomly or by using some other method. OR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Initialize the membership matrix U=[u</a:t>
            </a:r>
            <a:r>
              <a:rPr baseline="-25000" lang="en-US"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] randomly such that∑ (j=1 to c) u</a:t>
            </a:r>
            <a:r>
              <a:rPr baseline="-25000" lang="en-US"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=1 for all 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Calculate the membership grade of each point for each cluster using the following formula:</a:t>
            </a:r>
            <a:endParaRPr/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</a:t>
            </a:r>
            <a:r>
              <a:rPr baseline="-25000" lang="en-US"/>
              <a:t>ij</a:t>
            </a:r>
            <a:r>
              <a:rPr lang="en-US"/>
              <a:t> = (1 / sum(k=1 to c) [(d</a:t>
            </a:r>
            <a:r>
              <a:rPr baseline="-25000" lang="en-US"/>
              <a:t>ij</a:t>
            </a:r>
            <a:r>
              <a:rPr lang="en-US"/>
              <a:t> / d</a:t>
            </a:r>
            <a:r>
              <a:rPr baseline="-25000" lang="en-US"/>
              <a:t>ik</a:t>
            </a:r>
            <a:r>
              <a:rPr lang="en-US"/>
              <a:t>) ^ (2 / (m-1))])</a:t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where u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the membership grade of data point i for cluster j,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the distance between data point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and cluster center j, and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ik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the distance between data point i and cluster center k.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OR Step 4…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Working of the FCM algorithm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None/>
            </a:pPr>
            <a:r>
              <a:rPr b="0" i="0"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. Update the cluster centers using the membership grades of the data points as follows: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v</a:t>
            </a:r>
            <a:r>
              <a:rPr baseline="-25000" lang="en-US"/>
              <a:t>j</a:t>
            </a:r>
            <a:r>
              <a:rPr lang="en-US"/>
              <a:t> = (sum(i=1 to n) (u</a:t>
            </a:r>
            <a:r>
              <a:rPr baseline="30000" lang="en-US"/>
              <a:t>m</a:t>
            </a:r>
            <a:r>
              <a:rPr baseline="-25000" lang="en-US"/>
              <a:t>ij</a:t>
            </a:r>
            <a:r>
              <a:rPr lang="en-US"/>
              <a:t> * x</a:t>
            </a:r>
            <a:r>
              <a:rPr baseline="-25000" lang="en-US"/>
              <a:t>i</a:t>
            </a:r>
            <a:r>
              <a:rPr lang="en-US"/>
              <a:t>)) / (sum(i=1 to n) (u</a:t>
            </a:r>
            <a:r>
              <a:rPr baseline="30000" lang="en-US"/>
              <a:t>m</a:t>
            </a:r>
            <a:r>
              <a:rPr baseline="-25000" lang="en-US"/>
              <a:t>ij</a:t>
            </a:r>
            <a:r>
              <a:rPr lang="en-US"/>
              <a:t>))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where v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the new center of cluster j,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data point i, and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0" lang="en-US"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 is the membership grade of data point i for cluster j.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Step 3…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Repeat steps 3-4 until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cluster centers (or membership values) change very little.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Assign each data point to the cluster with the highest membership grade.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Suppose we have a dataset of 10 two-dimensional points: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[(1, 3), (2, 3), (3, 3), (4, 3), (5, 3), (2, 2), (3, 2), (4, 2), (3, 1), (4, 1)]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We want to cluster this dataset into 2 clusters using FCM. Let's set the fuzziness parameter m to 2 and the number of iterations to 10.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We'll initialize the cluster centers randomly, and let's assume they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[(2, 2), (4, 2)]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Working of 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FCM algorithm on this dataset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Calculate the Euclidean distances between each data point and each cluster center.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Calculate the membership grades of each data point for each cluster using the formula: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Memberships: [[0.528, 0.472], [0.542, 0.458], [0.553, 0.447], [0.574, 0.426], [0.596, 0.404], [0.437, 0.563], [0.425, 0.575], [0.414, 0.586], [0.545, 0.455], [0.537, 0.463]]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</a:t>
            </a:r>
            <a:r>
              <a:rPr b="0" i="0" lang="en-US">
                <a:latin typeface="Arial"/>
                <a:ea typeface="Arial"/>
                <a:cs typeface="Arial"/>
                <a:sym typeface="Arial"/>
              </a:rPr>
              <a:t>Calculate the new cluster centers using the membership grades of the data points as follows: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centers: [(2.67, 2.17), (3.45, 2.44)]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4. Repeat steps 2-3 for a total of 10 iterations or until the membership grades converge to a stable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After 10 iterations, the membership grades and cluster centers converge to the following values: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Memberships: [[0.756, 0.244], [0.732, 0.268], [0.709, 0.291], [0.681, 0.319], [0.653, 0.347], [0.305, 0.695], [0.284, 0.716], [0.263, 0.737], [0.39, 0.61], [0.37, 0.63]]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New centers: [(3.1, 2.7), (3.8, 1.9)]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5. Assign each data point to the cluster with the highest membership grade.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4b087daa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5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9f4b087daa_0_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Handles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uncertain or overlapping data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better than k-means.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Produces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soft partitions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useful when boundaries between clusters are not well-defined.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4b087daa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Disadvantages</a:t>
            </a:r>
            <a:endParaRPr/>
          </a:p>
        </p:txBody>
      </p:sp>
      <p:sp>
        <p:nvSpPr>
          <p:cNvPr id="139" name="Google Shape;139;g39f4b087daa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Requires choosing the number of clusters c and fuzziness m.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Sensitive to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initialization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local minima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Computationally more expensive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than k-means.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2023-05-05T09:51:35Z</dcterms:created>
  <dc:creator>Manjari Gupta</dc:creator>
</cp:coreProperties>
</file>