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sldIdLst>
    <p:sldId id="256" r:id="rId2"/>
    <p:sldId id="275" r:id="rId3"/>
    <p:sldId id="258" r:id="rId4"/>
    <p:sldId id="259" r:id="rId5"/>
    <p:sldId id="262" r:id="rId6"/>
    <p:sldId id="277" r:id="rId7"/>
    <p:sldId id="271" r:id="rId8"/>
    <p:sldId id="272" r:id="rId9"/>
    <p:sldId id="273" r:id="rId10"/>
    <p:sldId id="260" r:id="rId11"/>
    <p:sldId id="263" r:id="rId12"/>
    <p:sldId id="264" r:id="rId13"/>
    <p:sldId id="265" r:id="rId14"/>
    <p:sldId id="266" r:id="rId15"/>
    <p:sldId id="267" r:id="rId16"/>
    <p:sldId id="274" r:id="rId17"/>
    <p:sldId id="276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F47033-2435-24F0-715C-1668D17FCB5A}" v="309" dt="2025-10-16T03:06:11.562"/>
    <p1510:client id="{20C9561D-B498-41C8-8C31-FBFFB3DF8F35}" v="58" dt="2025-10-15T16:33:53.662"/>
    <p1510:client id="{3B7B183D-D91E-387D-C3AA-6BADB5CC5E40}" v="3" dt="2025-10-15T17:31:01.919"/>
    <p1510:client id="{51BB9CA6-60DF-2555-81DC-8481CF90FDB3}" v="554" dt="2025-10-15T15:08:36.784"/>
    <p1510:client id="{69CF9106-5DD6-3200-3EF0-02569DB4C715}" v="35" dt="2025-10-16T08:04:30.964"/>
    <p1510:client id="{6B5CBB55-727A-2ECE-1243-7C96A6103CDA}" v="49" dt="2025-10-16T08:52:11.327"/>
    <p1510:client id="{6BF9228C-523D-74F4-2550-98D9C17748A9}" v="32" dt="2025-10-15T09:16:33.934"/>
    <p1510:client id="{99A0C995-5AC1-20CF-EC80-D0719BF3181E}" v="32" dt="2025-10-16T06:47:37.1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4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4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sv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4_2">
  <dgm:title val=""/>
  <dgm:desc val=""/>
  <dgm:catLst>
    <dgm:cat type="accent4" pri="14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46F44A-AC1A-4487-85D5-482ABBB7E8F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accent4_2" csCatId="accent4" phldr="1"/>
      <dgm:spPr/>
      <dgm:t>
        <a:bodyPr/>
        <a:lstStyle/>
        <a:p>
          <a:endParaRPr lang="en-US"/>
        </a:p>
      </dgm:t>
    </dgm:pt>
    <dgm:pt modelId="{213B2AB3-35CE-4AF6-BD5C-09F098DB4F1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🧾 </a:t>
          </a:r>
          <a:r>
            <a:rPr lang="en-US" b="1"/>
            <a:t>Distributed Ledger:</a:t>
          </a:r>
          <a:br>
            <a:rPr lang="en-US" b="1"/>
          </a:br>
          <a:r>
            <a:rPr lang="en-US" b="1"/>
            <a:t> Data is shared across multiple computers (nodes) for transparency and reliability.</a:t>
          </a:r>
          <a:endParaRPr lang="en-US"/>
        </a:p>
      </dgm:t>
    </dgm:pt>
    <dgm:pt modelId="{294D465E-73D3-40BE-B0E5-6B024D09DA77}" type="parTrans" cxnId="{98AB0AA5-77B8-4E36-A976-ABCB0070468C}">
      <dgm:prSet/>
      <dgm:spPr/>
      <dgm:t>
        <a:bodyPr/>
        <a:lstStyle/>
        <a:p>
          <a:endParaRPr lang="en-US"/>
        </a:p>
      </dgm:t>
    </dgm:pt>
    <dgm:pt modelId="{12F58882-B51C-4E87-8777-83F250B64AE7}" type="sibTrans" cxnId="{98AB0AA5-77B8-4E36-A976-ABCB0070468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DF3C1AF-5BE1-4A5C-AB30-EEA8399EE93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🔒 </a:t>
          </a:r>
          <a:r>
            <a:rPr lang="en-US" b="1"/>
            <a:t>Immutability:</a:t>
          </a:r>
          <a:br>
            <a:rPr lang="en-US" b="1"/>
          </a:br>
          <a:r>
            <a:rPr lang="en-US" b="1"/>
            <a:t> Once recorded, information cannot be changed or deleted.</a:t>
          </a:r>
          <a:endParaRPr lang="en-US"/>
        </a:p>
      </dgm:t>
    </dgm:pt>
    <dgm:pt modelId="{30884416-A9E7-4495-A557-AFA22F8C9F2B}" type="parTrans" cxnId="{E53A7B40-82C3-43AD-BFF0-3533D3BE6C39}">
      <dgm:prSet/>
      <dgm:spPr/>
      <dgm:t>
        <a:bodyPr/>
        <a:lstStyle/>
        <a:p>
          <a:endParaRPr lang="en-US"/>
        </a:p>
      </dgm:t>
    </dgm:pt>
    <dgm:pt modelId="{5396B4BC-0C8B-45A2-BB7D-8F8A62134FCE}" type="sibTrans" cxnId="{E53A7B40-82C3-43AD-BFF0-3533D3BE6C3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ECE9405-97DC-49F4-A367-393E1D87D61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🌐 </a:t>
          </a:r>
          <a:r>
            <a:rPr lang="en-US" b="1"/>
            <a:t>Decentralization:</a:t>
          </a:r>
          <a:br>
            <a:rPr lang="en-US" b="1"/>
          </a:br>
          <a:r>
            <a:rPr lang="en-US" b="1"/>
            <a:t> No central authority — all participants verify transactions.</a:t>
          </a:r>
          <a:endParaRPr lang="en-US"/>
        </a:p>
      </dgm:t>
    </dgm:pt>
    <dgm:pt modelId="{5FE83B76-43F5-4D61-8C59-76614070B54C}" type="parTrans" cxnId="{BA69C5DD-8BE5-4E82-9181-953314A58D0C}">
      <dgm:prSet/>
      <dgm:spPr/>
      <dgm:t>
        <a:bodyPr/>
        <a:lstStyle/>
        <a:p>
          <a:endParaRPr lang="en-US"/>
        </a:p>
      </dgm:t>
    </dgm:pt>
    <dgm:pt modelId="{2DD43707-510E-43B0-82DB-0F7D1D63BF2E}" type="sibTrans" cxnId="{BA69C5DD-8BE5-4E82-9181-953314A58D0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3E3396B-6E77-477C-852C-15E33C64F5C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🧠 </a:t>
          </a:r>
          <a:r>
            <a:rPr lang="en-US" b="1"/>
            <a:t>Secure by Cryptography:</a:t>
          </a:r>
          <a:br>
            <a:rPr lang="en-US" b="1"/>
          </a:br>
          <a:r>
            <a:rPr lang="en-US" b="1"/>
            <a:t> Uses encryption to protect data and ensure trust.</a:t>
          </a:r>
          <a:endParaRPr lang="en-US"/>
        </a:p>
      </dgm:t>
    </dgm:pt>
    <dgm:pt modelId="{E7AB41FA-3238-4744-9ED5-87C5B22C33DF}" type="parTrans" cxnId="{72E3BF23-E758-4D49-8A51-32453DE5D83F}">
      <dgm:prSet/>
      <dgm:spPr/>
      <dgm:t>
        <a:bodyPr/>
        <a:lstStyle/>
        <a:p>
          <a:endParaRPr lang="en-US"/>
        </a:p>
      </dgm:t>
    </dgm:pt>
    <dgm:pt modelId="{1600D1FD-CAAF-4C21-8893-4D69BEE7830E}" type="sibTrans" cxnId="{72E3BF23-E758-4D49-8A51-32453DE5D83F}">
      <dgm:prSet/>
      <dgm:spPr/>
      <dgm:t>
        <a:bodyPr/>
        <a:lstStyle/>
        <a:p>
          <a:endParaRPr lang="en-US"/>
        </a:p>
      </dgm:t>
    </dgm:pt>
    <dgm:pt modelId="{DB88EEB5-D586-4768-8DA6-847913B87C52}" type="pres">
      <dgm:prSet presAssocID="{9546F44A-AC1A-4487-85D5-482ABBB7E8FF}" presName="root" presStyleCnt="0">
        <dgm:presLayoutVars>
          <dgm:dir/>
          <dgm:resizeHandles val="exact"/>
        </dgm:presLayoutVars>
      </dgm:prSet>
      <dgm:spPr/>
    </dgm:pt>
    <dgm:pt modelId="{3C567D5C-9EF0-4273-BECB-ECB57AF1B119}" type="pres">
      <dgm:prSet presAssocID="{213B2AB3-35CE-4AF6-BD5C-09F098DB4F1D}" presName="compNode" presStyleCnt="0"/>
      <dgm:spPr/>
    </dgm:pt>
    <dgm:pt modelId="{9DE888E4-3813-406E-96E9-CBB27104100A}" type="pres">
      <dgm:prSet presAssocID="{213B2AB3-35CE-4AF6-BD5C-09F098DB4F1D}" presName="iconBgRect" presStyleLbl="bgShp" presStyleIdx="0" presStyleCnt="4"/>
      <dgm:spPr/>
    </dgm:pt>
    <dgm:pt modelId="{B4A04820-1A62-4276-A8A8-AB907868BF02}" type="pres">
      <dgm:prSet presAssocID="{213B2AB3-35CE-4AF6-BD5C-09F098DB4F1D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DCFBBBFF-E7B7-4367-9BA7-B180645B2578}" type="pres">
      <dgm:prSet presAssocID="{213B2AB3-35CE-4AF6-BD5C-09F098DB4F1D}" presName="spaceRect" presStyleCnt="0"/>
      <dgm:spPr/>
    </dgm:pt>
    <dgm:pt modelId="{2CC7096B-9681-4DA4-955F-888C1431A192}" type="pres">
      <dgm:prSet presAssocID="{213B2AB3-35CE-4AF6-BD5C-09F098DB4F1D}" presName="textRect" presStyleLbl="revTx" presStyleIdx="0" presStyleCnt="4">
        <dgm:presLayoutVars>
          <dgm:chMax val="1"/>
          <dgm:chPref val="1"/>
        </dgm:presLayoutVars>
      </dgm:prSet>
      <dgm:spPr/>
    </dgm:pt>
    <dgm:pt modelId="{548E9FC1-2E24-4289-A2D4-D6AE175E0348}" type="pres">
      <dgm:prSet presAssocID="{12F58882-B51C-4E87-8777-83F250B64AE7}" presName="sibTrans" presStyleCnt="0"/>
      <dgm:spPr/>
    </dgm:pt>
    <dgm:pt modelId="{DE33DF3D-CABB-4B7C-9533-DF72EDB15C68}" type="pres">
      <dgm:prSet presAssocID="{5DF3C1AF-5BE1-4A5C-AB30-EEA8399EE932}" presName="compNode" presStyleCnt="0"/>
      <dgm:spPr/>
    </dgm:pt>
    <dgm:pt modelId="{C5E72692-A824-42E4-8BE7-65C8AA16CD7E}" type="pres">
      <dgm:prSet presAssocID="{5DF3C1AF-5BE1-4A5C-AB30-EEA8399EE932}" presName="iconBgRect" presStyleLbl="bgShp" presStyleIdx="1" presStyleCnt="4"/>
      <dgm:spPr/>
    </dgm:pt>
    <dgm:pt modelId="{3FA12DA1-06A7-441E-ABA4-0F3356B18F25}" type="pres">
      <dgm:prSet presAssocID="{5DF3C1AF-5BE1-4A5C-AB30-EEA8399EE93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D2E656AA-4CB9-46EA-B270-EC4F4CE0CFCE}" type="pres">
      <dgm:prSet presAssocID="{5DF3C1AF-5BE1-4A5C-AB30-EEA8399EE932}" presName="spaceRect" presStyleCnt="0"/>
      <dgm:spPr/>
    </dgm:pt>
    <dgm:pt modelId="{16649C4F-A217-417B-8DF1-6C9703779580}" type="pres">
      <dgm:prSet presAssocID="{5DF3C1AF-5BE1-4A5C-AB30-EEA8399EE932}" presName="textRect" presStyleLbl="revTx" presStyleIdx="1" presStyleCnt="4">
        <dgm:presLayoutVars>
          <dgm:chMax val="1"/>
          <dgm:chPref val="1"/>
        </dgm:presLayoutVars>
      </dgm:prSet>
      <dgm:spPr/>
    </dgm:pt>
    <dgm:pt modelId="{95095404-B02D-477A-9311-48586293A4F3}" type="pres">
      <dgm:prSet presAssocID="{5396B4BC-0C8B-45A2-BB7D-8F8A62134FCE}" presName="sibTrans" presStyleCnt="0"/>
      <dgm:spPr/>
    </dgm:pt>
    <dgm:pt modelId="{048DFE4F-1CF4-4764-BEF4-BE72941AA528}" type="pres">
      <dgm:prSet presAssocID="{3ECE9405-97DC-49F4-A367-393E1D87D61E}" presName="compNode" presStyleCnt="0"/>
      <dgm:spPr/>
    </dgm:pt>
    <dgm:pt modelId="{AC736398-899B-4548-9506-F019D1F242E8}" type="pres">
      <dgm:prSet presAssocID="{3ECE9405-97DC-49F4-A367-393E1D87D61E}" presName="iconBgRect" presStyleLbl="bgShp" presStyleIdx="2" presStyleCnt="4"/>
      <dgm:spPr/>
    </dgm:pt>
    <dgm:pt modelId="{CD056F31-41FF-4D86-B4CD-22CCFA0E59CF}" type="pres">
      <dgm:prSet presAssocID="{3ECE9405-97DC-49F4-A367-393E1D87D61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30006E47-FAE4-44D3-BA5D-3A7A5857053F}" type="pres">
      <dgm:prSet presAssocID="{3ECE9405-97DC-49F4-A367-393E1D87D61E}" presName="spaceRect" presStyleCnt="0"/>
      <dgm:spPr/>
    </dgm:pt>
    <dgm:pt modelId="{15388D6B-BD92-4B36-9009-49E3A60B1C2B}" type="pres">
      <dgm:prSet presAssocID="{3ECE9405-97DC-49F4-A367-393E1D87D61E}" presName="textRect" presStyleLbl="revTx" presStyleIdx="2" presStyleCnt="4">
        <dgm:presLayoutVars>
          <dgm:chMax val="1"/>
          <dgm:chPref val="1"/>
        </dgm:presLayoutVars>
      </dgm:prSet>
      <dgm:spPr/>
    </dgm:pt>
    <dgm:pt modelId="{F5459540-1271-4528-BF7A-85B76D1FAA78}" type="pres">
      <dgm:prSet presAssocID="{2DD43707-510E-43B0-82DB-0F7D1D63BF2E}" presName="sibTrans" presStyleCnt="0"/>
      <dgm:spPr/>
    </dgm:pt>
    <dgm:pt modelId="{7B47CE1B-B35B-4EA7-A0F5-65744C335378}" type="pres">
      <dgm:prSet presAssocID="{63E3396B-6E77-477C-852C-15E33C64F5CC}" presName="compNode" presStyleCnt="0"/>
      <dgm:spPr/>
    </dgm:pt>
    <dgm:pt modelId="{9EFD8BF7-6000-4AF8-BFDE-C4410B68CF37}" type="pres">
      <dgm:prSet presAssocID="{63E3396B-6E77-477C-852C-15E33C64F5CC}" presName="iconBgRect" presStyleLbl="bgShp" presStyleIdx="3" presStyleCnt="4"/>
      <dgm:spPr/>
    </dgm:pt>
    <dgm:pt modelId="{800FCA1D-5D9C-4CAE-9C78-6EBC59942E3A}" type="pres">
      <dgm:prSet presAssocID="{63E3396B-6E77-477C-852C-15E33C64F5C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636C9465-8C12-408B-BFA8-D7FBCA6875E1}" type="pres">
      <dgm:prSet presAssocID="{63E3396B-6E77-477C-852C-15E33C64F5CC}" presName="spaceRect" presStyleCnt="0"/>
      <dgm:spPr/>
    </dgm:pt>
    <dgm:pt modelId="{7F8D7628-AB4F-4EB1-895F-195CF8CCDC82}" type="pres">
      <dgm:prSet presAssocID="{63E3396B-6E77-477C-852C-15E33C64F5C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9CEE304-6D44-43CE-8958-AB0D49977B5C}" type="presOf" srcId="{9546F44A-AC1A-4487-85D5-482ABBB7E8FF}" destId="{DB88EEB5-D586-4768-8DA6-847913B87C52}" srcOrd="0" destOrd="0" presId="urn:microsoft.com/office/officeart/2018/5/layout/IconCircleLabelList"/>
    <dgm:cxn modelId="{72E3BF23-E758-4D49-8A51-32453DE5D83F}" srcId="{9546F44A-AC1A-4487-85D5-482ABBB7E8FF}" destId="{63E3396B-6E77-477C-852C-15E33C64F5CC}" srcOrd="3" destOrd="0" parTransId="{E7AB41FA-3238-4744-9ED5-87C5B22C33DF}" sibTransId="{1600D1FD-CAAF-4C21-8893-4D69BEE7830E}"/>
    <dgm:cxn modelId="{ECB6AB27-CA51-4BDC-80DB-9F0603E85491}" type="presOf" srcId="{3ECE9405-97DC-49F4-A367-393E1D87D61E}" destId="{15388D6B-BD92-4B36-9009-49E3A60B1C2B}" srcOrd="0" destOrd="0" presId="urn:microsoft.com/office/officeart/2018/5/layout/IconCircleLabelList"/>
    <dgm:cxn modelId="{E53A7B40-82C3-43AD-BFF0-3533D3BE6C39}" srcId="{9546F44A-AC1A-4487-85D5-482ABBB7E8FF}" destId="{5DF3C1AF-5BE1-4A5C-AB30-EEA8399EE932}" srcOrd="1" destOrd="0" parTransId="{30884416-A9E7-4495-A557-AFA22F8C9F2B}" sibTransId="{5396B4BC-0C8B-45A2-BB7D-8F8A62134FCE}"/>
    <dgm:cxn modelId="{3849BE65-E1DF-4187-B472-6715FD3912D9}" type="presOf" srcId="{5DF3C1AF-5BE1-4A5C-AB30-EEA8399EE932}" destId="{16649C4F-A217-417B-8DF1-6C9703779580}" srcOrd="0" destOrd="0" presId="urn:microsoft.com/office/officeart/2018/5/layout/IconCircleLabelList"/>
    <dgm:cxn modelId="{98AB0AA5-77B8-4E36-A976-ABCB0070468C}" srcId="{9546F44A-AC1A-4487-85D5-482ABBB7E8FF}" destId="{213B2AB3-35CE-4AF6-BD5C-09F098DB4F1D}" srcOrd="0" destOrd="0" parTransId="{294D465E-73D3-40BE-B0E5-6B024D09DA77}" sibTransId="{12F58882-B51C-4E87-8777-83F250B64AE7}"/>
    <dgm:cxn modelId="{CE4730A8-F732-420B-9324-4A11CA679791}" type="presOf" srcId="{63E3396B-6E77-477C-852C-15E33C64F5CC}" destId="{7F8D7628-AB4F-4EB1-895F-195CF8CCDC82}" srcOrd="0" destOrd="0" presId="urn:microsoft.com/office/officeart/2018/5/layout/IconCircleLabelList"/>
    <dgm:cxn modelId="{2A7656C2-445C-4A82-89D4-8A8EBED04CC6}" type="presOf" srcId="{213B2AB3-35CE-4AF6-BD5C-09F098DB4F1D}" destId="{2CC7096B-9681-4DA4-955F-888C1431A192}" srcOrd="0" destOrd="0" presId="urn:microsoft.com/office/officeart/2018/5/layout/IconCircleLabelList"/>
    <dgm:cxn modelId="{BA69C5DD-8BE5-4E82-9181-953314A58D0C}" srcId="{9546F44A-AC1A-4487-85D5-482ABBB7E8FF}" destId="{3ECE9405-97DC-49F4-A367-393E1D87D61E}" srcOrd="2" destOrd="0" parTransId="{5FE83B76-43F5-4D61-8C59-76614070B54C}" sibTransId="{2DD43707-510E-43B0-82DB-0F7D1D63BF2E}"/>
    <dgm:cxn modelId="{29AA9992-057E-41A2-BDB5-96B6E9DDDDDA}" type="presParOf" srcId="{DB88EEB5-D586-4768-8DA6-847913B87C52}" destId="{3C567D5C-9EF0-4273-BECB-ECB57AF1B119}" srcOrd="0" destOrd="0" presId="urn:microsoft.com/office/officeart/2018/5/layout/IconCircleLabelList"/>
    <dgm:cxn modelId="{61835352-2678-4EE6-BC6F-DC344501CCC9}" type="presParOf" srcId="{3C567D5C-9EF0-4273-BECB-ECB57AF1B119}" destId="{9DE888E4-3813-406E-96E9-CBB27104100A}" srcOrd="0" destOrd="0" presId="urn:microsoft.com/office/officeart/2018/5/layout/IconCircleLabelList"/>
    <dgm:cxn modelId="{1F72980F-7ED9-4F92-88EC-F4D6DF78C0A9}" type="presParOf" srcId="{3C567D5C-9EF0-4273-BECB-ECB57AF1B119}" destId="{B4A04820-1A62-4276-A8A8-AB907868BF02}" srcOrd="1" destOrd="0" presId="urn:microsoft.com/office/officeart/2018/5/layout/IconCircleLabelList"/>
    <dgm:cxn modelId="{FF061383-22B5-4FF6-854C-CB1B8A4282B1}" type="presParOf" srcId="{3C567D5C-9EF0-4273-BECB-ECB57AF1B119}" destId="{DCFBBBFF-E7B7-4367-9BA7-B180645B2578}" srcOrd="2" destOrd="0" presId="urn:microsoft.com/office/officeart/2018/5/layout/IconCircleLabelList"/>
    <dgm:cxn modelId="{6DD34B84-C8DF-4F6F-9FA2-D84BB56220A7}" type="presParOf" srcId="{3C567D5C-9EF0-4273-BECB-ECB57AF1B119}" destId="{2CC7096B-9681-4DA4-955F-888C1431A192}" srcOrd="3" destOrd="0" presId="urn:microsoft.com/office/officeart/2018/5/layout/IconCircleLabelList"/>
    <dgm:cxn modelId="{2EBEEC3B-DFA9-48D3-AF0B-06EB3B609A5D}" type="presParOf" srcId="{DB88EEB5-D586-4768-8DA6-847913B87C52}" destId="{548E9FC1-2E24-4289-A2D4-D6AE175E0348}" srcOrd="1" destOrd="0" presId="urn:microsoft.com/office/officeart/2018/5/layout/IconCircleLabelList"/>
    <dgm:cxn modelId="{D6CD375F-0007-4977-9C03-6CB31C767062}" type="presParOf" srcId="{DB88EEB5-D586-4768-8DA6-847913B87C52}" destId="{DE33DF3D-CABB-4B7C-9533-DF72EDB15C68}" srcOrd="2" destOrd="0" presId="urn:microsoft.com/office/officeart/2018/5/layout/IconCircleLabelList"/>
    <dgm:cxn modelId="{B61ECD34-F585-439B-9778-7B5E4698ACD1}" type="presParOf" srcId="{DE33DF3D-CABB-4B7C-9533-DF72EDB15C68}" destId="{C5E72692-A824-42E4-8BE7-65C8AA16CD7E}" srcOrd="0" destOrd="0" presId="urn:microsoft.com/office/officeart/2018/5/layout/IconCircleLabelList"/>
    <dgm:cxn modelId="{F0AE1D8E-8842-40BA-A1E1-4E4B224F85FC}" type="presParOf" srcId="{DE33DF3D-CABB-4B7C-9533-DF72EDB15C68}" destId="{3FA12DA1-06A7-441E-ABA4-0F3356B18F25}" srcOrd="1" destOrd="0" presId="urn:microsoft.com/office/officeart/2018/5/layout/IconCircleLabelList"/>
    <dgm:cxn modelId="{38FBEEF8-E4D7-47A9-99A9-C47DC00DEF23}" type="presParOf" srcId="{DE33DF3D-CABB-4B7C-9533-DF72EDB15C68}" destId="{D2E656AA-4CB9-46EA-B270-EC4F4CE0CFCE}" srcOrd="2" destOrd="0" presId="urn:microsoft.com/office/officeart/2018/5/layout/IconCircleLabelList"/>
    <dgm:cxn modelId="{4CCC5903-F7C3-4870-8526-7C0049F47BDF}" type="presParOf" srcId="{DE33DF3D-CABB-4B7C-9533-DF72EDB15C68}" destId="{16649C4F-A217-417B-8DF1-6C9703779580}" srcOrd="3" destOrd="0" presId="urn:microsoft.com/office/officeart/2018/5/layout/IconCircleLabelList"/>
    <dgm:cxn modelId="{6F5BE6D0-A483-4BEE-84AE-A2789342A906}" type="presParOf" srcId="{DB88EEB5-D586-4768-8DA6-847913B87C52}" destId="{95095404-B02D-477A-9311-48586293A4F3}" srcOrd="3" destOrd="0" presId="urn:microsoft.com/office/officeart/2018/5/layout/IconCircleLabelList"/>
    <dgm:cxn modelId="{E098D27D-879E-489A-9259-52A45E40E51D}" type="presParOf" srcId="{DB88EEB5-D586-4768-8DA6-847913B87C52}" destId="{048DFE4F-1CF4-4764-BEF4-BE72941AA528}" srcOrd="4" destOrd="0" presId="urn:microsoft.com/office/officeart/2018/5/layout/IconCircleLabelList"/>
    <dgm:cxn modelId="{5DEB4263-E171-4F19-9378-DFBC3FFAC28A}" type="presParOf" srcId="{048DFE4F-1CF4-4764-BEF4-BE72941AA528}" destId="{AC736398-899B-4548-9506-F019D1F242E8}" srcOrd="0" destOrd="0" presId="urn:microsoft.com/office/officeart/2018/5/layout/IconCircleLabelList"/>
    <dgm:cxn modelId="{B868D234-1BD3-49D5-9716-76A28E86A98D}" type="presParOf" srcId="{048DFE4F-1CF4-4764-BEF4-BE72941AA528}" destId="{CD056F31-41FF-4D86-B4CD-22CCFA0E59CF}" srcOrd="1" destOrd="0" presId="urn:microsoft.com/office/officeart/2018/5/layout/IconCircleLabelList"/>
    <dgm:cxn modelId="{E328AC99-5D77-4A94-B28B-6479AD314833}" type="presParOf" srcId="{048DFE4F-1CF4-4764-BEF4-BE72941AA528}" destId="{30006E47-FAE4-44D3-BA5D-3A7A5857053F}" srcOrd="2" destOrd="0" presId="urn:microsoft.com/office/officeart/2018/5/layout/IconCircleLabelList"/>
    <dgm:cxn modelId="{8F0F31A4-2002-4FCD-BFD3-638CA5F3DE25}" type="presParOf" srcId="{048DFE4F-1CF4-4764-BEF4-BE72941AA528}" destId="{15388D6B-BD92-4B36-9009-49E3A60B1C2B}" srcOrd="3" destOrd="0" presId="urn:microsoft.com/office/officeart/2018/5/layout/IconCircleLabelList"/>
    <dgm:cxn modelId="{BF6E5751-B61C-4CCA-99C4-ABE36CE50A14}" type="presParOf" srcId="{DB88EEB5-D586-4768-8DA6-847913B87C52}" destId="{F5459540-1271-4528-BF7A-85B76D1FAA78}" srcOrd="5" destOrd="0" presId="urn:microsoft.com/office/officeart/2018/5/layout/IconCircleLabelList"/>
    <dgm:cxn modelId="{CF5E6E6C-14BF-46CC-8AE3-1FB5C2CD2CFB}" type="presParOf" srcId="{DB88EEB5-D586-4768-8DA6-847913B87C52}" destId="{7B47CE1B-B35B-4EA7-A0F5-65744C335378}" srcOrd="6" destOrd="0" presId="urn:microsoft.com/office/officeart/2018/5/layout/IconCircleLabelList"/>
    <dgm:cxn modelId="{AAF4A8E0-3A66-4440-8501-3A79AE6C1A73}" type="presParOf" srcId="{7B47CE1B-B35B-4EA7-A0F5-65744C335378}" destId="{9EFD8BF7-6000-4AF8-BFDE-C4410B68CF37}" srcOrd="0" destOrd="0" presId="urn:microsoft.com/office/officeart/2018/5/layout/IconCircleLabelList"/>
    <dgm:cxn modelId="{0DE96FC4-695D-479B-B2AB-FCF24EF6B855}" type="presParOf" srcId="{7B47CE1B-B35B-4EA7-A0F5-65744C335378}" destId="{800FCA1D-5D9C-4CAE-9C78-6EBC59942E3A}" srcOrd="1" destOrd="0" presId="urn:microsoft.com/office/officeart/2018/5/layout/IconCircleLabelList"/>
    <dgm:cxn modelId="{6A5887C3-D31E-4666-8E3D-6AFEB4CED5A2}" type="presParOf" srcId="{7B47CE1B-B35B-4EA7-A0F5-65744C335378}" destId="{636C9465-8C12-408B-BFA8-D7FBCA6875E1}" srcOrd="2" destOrd="0" presId="urn:microsoft.com/office/officeart/2018/5/layout/IconCircleLabelList"/>
    <dgm:cxn modelId="{34950697-E8FE-421C-87E8-5162D36212B1}" type="presParOf" srcId="{7B47CE1B-B35B-4EA7-A0F5-65744C335378}" destId="{7F8D7628-AB4F-4EB1-895F-195CF8CCDC8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FE6F909-B8C9-45B7-A9D6-771BB62E31BA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4345BBE-7057-4B75-A5E9-98D18CD0D2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High Security</a:t>
          </a:r>
        </a:p>
      </dgm:t>
    </dgm:pt>
    <dgm:pt modelId="{980EA0AB-16AD-4A68-82CF-B2909FF6112C}" type="parTrans" cxnId="{CCC320BE-BC03-44E1-860D-36D222F9B0FC}">
      <dgm:prSet/>
      <dgm:spPr/>
      <dgm:t>
        <a:bodyPr/>
        <a:lstStyle/>
        <a:p>
          <a:endParaRPr lang="en-US"/>
        </a:p>
      </dgm:t>
    </dgm:pt>
    <dgm:pt modelId="{9D532318-5592-4F0D-812E-A7899C75D068}" type="sibTrans" cxnId="{CCC320BE-BC03-44E1-860D-36D222F9B0F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872536C-FFF3-48AC-92AE-4550989FD02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Transparency</a:t>
          </a:r>
        </a:p>
      </dgm:t>
    </dgm:pt>
    <dgm:pt modelId="{CE0E29A2-3B09-42C7-A4E9-277B92893F18}" type="parTrans" cxnId="{E0A7CADA-7CDE-42DB-B966-2AA359BA7237}">
      <dgm:prSet/>
      <dgm:spPr/>
      <dgm:t>
        <a:bodyPr/>
        <a:lstStyle/>
        <a:p>
          <a:endParaRPr lang="en-US"/>
        </a:p>
      </dgm:t>
    </dgm:pt>
    <dgm:pt modelId="{38F58B04-1FF2-4372-8BAB-420FACFB3A43}" type="sibTrans" cxnId="{E0A7CADA-7CDE-42DB-B966-2AA359BA723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7EF5E53-F7F6-458F-BF1D-9CD77E762BB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Fast and Efficient</a:t>
          </a:r>
        </a:p>
      </dgm:t>
    </dgm:pt>
    <dgm:pt modelId="{4CBAC4B3-D3AF-4145-8805-D6CD59015AB0}" type="parTrans" cxnId="{A218C328-3B06-40DA-B022-06B4918568F9}">
      <dgm:prSet/>
      <dgm:spPr/>
      <dgm:t>
        <a:bodyPr/>
        <a:lstStyle/>
        <a:p>
          <a:endParaRPr lang="en-US"/>
        </a:p>
      </dgm:t>
    </dgm:pt>
    <dgm:pt modelId="{ED6C1F41-F530-426A-AA0B-CF72CE379504}" type="sibTrans" cxnId="{A218C328-3B06-40DA-B022-06B4918568F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CB41A18-CFFD-4F65-99C8-E9880FCF49E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Cost Reduction</a:t>
          </a:r>
        </a:p>
      </dgm:t>
    </dgm:pt>
    <dgm:pt modelId="{1B3EEEEE-313B-4751-A35C-94109915F395}" type="parTrans" cxnId="{B9459001-B846-433F-BB53-66CACD32338E}">
      <dgm:prSet/>
      <dgm:spPr/>
      <dgm:t>
        <a:bodyPr/>
        <a:lstStyle/>
        <a:p>
          <a:endParaRPr lang="en-US"/>
        </a:p>
      </dgm:t>
    </dgm:pt>
    <dgm:pt modelId="{DA8B4E1B-1010-4C30-BB88-259375207140}" type="sibTrans" cxnId="{B9459001-B846-433F-BB53-66CACD32338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173E7EF-E672-46EB-A68E-F950A43EA4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Traceability</a:t>
          </a:r>
        </a:p>
      </dgm:t>
    </dgm:pt>
    <dgm:pt modelId="{5932490A-F27E-40BE-8C15-19F30961838A}" type="parTrans" cxnId="{358D7187-1DBC-452A-9C59-6FD80F67EE13}">
      <dgm:prSet/>
      <dgm:spPr/>
      <dgm:t>
        <a:bodyPr/>
        <a:lstStyle/>
        <a:p>
          <a:endParaRPr lang="en-US"/>
        </a:p>
      </dgm:t>
    </dgm:pt>
    <dgm:pt modelId="{836D0160-16CB-4887-A062-C119AE35887C}" type="sibTrans" cxnId="{358D7187-1DBC-452A-9C59-6FD80F67EE13}">
      <dgm:prSet/>
      <dgm:spPr/>
      <dgm:t>
        <a:bodyPr/>
        <a:lstStyle/>
        <a:p>
          <a:endParaRPr lang="en-US"/>
        </a:p>
      </dgm:t>
    </dgm:pt>
    <dgm:pt modelId="{5DAD80EF-DA76-4FD4-AE77-EE7070477A35}" type="pres">
      <dgm:prSet presAssocID="{DFE6F909-B8C9-45B7-A9D6-771BB62E31BA}" presName="root" presStyleCnt="0">
        <dgm:presLayoutVars>
          <dgm:dir/>
          <dgm:resizeHandles val="exact"/>
        </dgm:presLayoutVars>
      </dgm:prSet>
      <dgm:spPr/>
    </dgm:pt>
    <dgm:pt modelId="{97832335-B036-4835-8F26-83B827186F82}" type="pres">
      <dgm:prSet presAssocID="{DFE6F909-B8C9-45B7-A9D6-771BB62E31BA}" presName="container" presStyleCnt="0">
        <dgm:presLayoutVars>
          <dgm:dir/>
          <dgm:resizeHandles val="exact"/>
        </dgm:presLayoutVars>
      </dgm:prSet>
      <dgm:spPr/>
    </dgm:pt>
    <dgm:pt modelId="{ADC939B8-8E74-484A-9C73-B71AA83DAB5E}" type="pres">
      <dgm:prSet presAssocID="{24345BBE-7057-4B75-A5E9-98D18CD0D2B0}" presName="compNode" presStyleCnt="0"/>
      <dgm:spPr/>
    </dgm:pt>
    <dgm:pt modelId="{7217632C-04E6-4AA8-93D3-B7170A7EC2DB}" type="pres">
      <dgm:prSet presAssocID="{24345BBE-7057-4B75-A5E9-98D18CD0D2B0}" presName="iconBgRect" presStyleLbl="bgShp" presStyleIdx="0" presStyleCnt="5"/>
      <dgm:spPr/>
    </dgm:pt>
    <dgm:pt modelId="{822344B1-C240-4061-8796-AFD0C847C5D3}" type="pres">
      <dgm:prSet presAssocID="{24345BBE-7057-4B75-A5E9-98D18CD0D2B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curity Camera"/>
        </a:ext>
      </dgm:extLst>
    </dgm:pt>
    <dgm:pt modelId="{76DA0C37-CA65-4506-B977-B6A74A191586}" type="pres">
      <dgm:prSet presAssocID="{24345BBE-7057-4B75-A5E9-98D18CD0D2B0}" presName="spaceRect" presStyleCnt="0"/>
      <dgm:spPr/>
    </dgm:pt>
    <dgm:pt modelId="{33C89257-AC78-4E21-B484-F60DAF85E75D}" type="pres">
      <dgm:prSet presAssocID="{24345BBE-7057-4B75-A5E9-98D18CD0D2B0}" presName="textRect" presStyleLbl="revTx" presStyleIdx="0" presStyleCnt="5">
        <dgm:presLayoutVars>
          <dgm:chMax val="1"/>
          <dgm:chPref val="1"/>
        </dgm:presLayoutVars>
      </dgm:prSet>
      <dgm:spPr/>
    </dgm:pt>
    <dgm:pt modelId="{A1368608-277B-42EE-9FAD-2627235E084A}" type="pres">
      <dgm:prSet presAssocID="{9D532318-5592-4F0D-812E-A7899C75D068}" presName="sibTrans" presStyleLbl="sibTrans2D1" presStyleIdx="0" presStyleCnt="0"/>
      <dgm:spPr/>
    </dgm:pt>
    <dgm:pt modelId="{8189A9AB-FB7E-4BC6-9DEC-44124DD25DBD}" type="pres">
      <dgm:prSet presAssocID="{3872536C-FFF3-48AC-92AE-4550989FD027}" presName="compNode" presStyleCnt="0"/>
      <dgm:spPr/>
    </dgm:pt>
    <dgm:pt modelId="{F7DB397F-A199-4506-8BA3-875327B3A3F7}" type="pres">
      <dgm:prSet presAssocID="{3872536C-FFF3-48AC-92AE-4550989FD027}" presName="iconBgRect" presStyleLbl="bgShp" presStyleIdx="1" presStyleCnt="5"/>
      <dgm:spPr/>
    </dgm:pt>
    <dgm:pt modelId="{FD1C0E4C-B47A-4B07-9985-DEFC8F460F73}" type="pres">
      <dgm:prSet presAssocID="{3872536C-FFF3-48AC-92AE-4550989FD02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FED8D955-451C-4348-B12E-6B2F51445B02}" type="pres">
      <dgm:prSet presAssocID="{3872536C-FFF3-48AC-92AE-4550989FD027}" presName="spaceRect" presStyleCnt="0"/>
      <dgm:spPr/>
    </dgm:pt>
    <dgm:pt modelId="{E14ABD06-6AD1-4391-B366-E1548B55BEF6}" type="pres">
      <dgm:prSet presAssocID="{3872536C-FFF3-48AC-92AE-4550989FD027}" presName="textRect" presStyleLbl="revTx" presStyleIdx="1" presStyleCnt="5">
        <dgm:presLayoutVars>
          <dgm:chMax val="1"/>
          <dgm:chPref val="1"/>
        </dgm:presLayoutVars>
      </dgm:prSet>
      <dgm:spPr/>
    </dgm:pt>
    <dgm:pt modelId="{EF7FD2AD-CEB5-4C65-8735-AFFB9392559F}" type="pres">
      <dgm:prSet presAssocID="{38F58B04-1FF2-4372-8BAB-420FACFB3A43}" presName="sibTrans" presStyleLbl="sibTrans2D1" presStyleIdx="0" presStyleCnt="0"/>
      <dgm:spPr/>
    </dgm:pt>
    <dgm:pt modelId="{7A43AE9B-64FD-41CA-89B5-37C42E32DA84}" type="pres">
      <dgm:prSet presAssocID="{67EF5E53-F7F6-458F-BF1D-9CD77E762BBA}" presName="compNode" presStyleCnt="0"/>
      <dgm:spPr/>
    </dgm:pt>
    <dgm:pt modelId="{CAEFA535-62B2-45AC-8F11-5B1E7057DB78}" type="pres">
      <dgm:prSet presAssocID="{67EF5E53-F7F6-458F-BF1D-9CD77E762BBA}" presName="iconBgRect" presStyleLbl="bgShp" presStyleIdx="2" presStyleCnt="5"/>
      <dgm:spPr/>
    </dgm:pt>
    <dgm:pt modelId="{3A605E83-EFB4-428D-8D1A-30891745C653}" type="pres">
      <dgm:prSet presAssocID="{67EF5E53-F7F6-458F-BF1D-9CD77E762BB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88077803-08BC-4FC4-A200-148A1156077C}" type="pres">
      <dgm:prSet presAssocID="{67EF5E53-F7F6-458F-BF1D-9CD77E762BBA}" presName="spaceRect" presStyleCnt="0"/>
      <dgm:spPr/>
    </dgm:pt>
    <dgm:pt modelId="{802301E0-09AF-4422-9D34-81226EA3E45B}" type="pres">
      <dgm:prSet presAssocID="{67EF5E53-F7F6-458F-BF1D-9CD77E762BBA}" presName="textRect" presStyleLbl="revTx" presStyleIdx="2" presStyleCnt="5">
        <dgm:presLayoutVars>
          <dgm:chMax val="1"/>
          <dgm:chPref val="1"/>
        </dgm:presLayoutVars>
      </dgm:prSet>
      <dgm:spPr/>
    </dgm:pt>
    <dgm:pt modelId="{7BA25A67-67D3-4CA3-9A87-A7613303FA06}" type="pres">
      <dgm:prSet presAssocID="{ED6C1F41-F530-426A-AA0B-CF72CE379504}" presName="sibTrans" presStyleLbl="sibTrans2D1" presStyleIdx="0" presStyleCnt="0"/>
      <dgm:spPr/>
    </dgm:pt>
    <dgm:pt modelId="{41E14971-9266-41FE-A6DE-4167AB4EF428}" type="pres">
      <dgm:prSet presAssocID="{6CB41A18-CFFD-4F65-99C8-E9880FCF49EF}" presName="compNode" presStyleCnt="0"/>
      <dgm:spPr/>
    </dgm:pt>
    <dgm:pt modelId="{69F48418-A9BF-4B44-B2EB-60E59B20970C}" type="pres">
      <dgm:prSet presAssocID="{6CB41A18-CFFD-4F65-99C8-E9880FCF49EF}" presName="iconBgRect" presStyleLbl="bgShp" presStyleIdx="3" presStyleCnt="5"/>
      <dgm:spPr/>
    </dgm:pt>
    <dgm:pt modelId="{C9A6219D-4E97-4231-8A5A-DCC62923CD0E}" type="pres">
      <dgm:prSet presAssocID="{6CB41A18-CFFD-4F65-99C8-E9880FCF49E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A431D948-3BCA-484B-8F00-3C4A71024046}" type="pres">
      <dgm:prSet presAssocID="{6CB41A18-CFFD-4F65-99C8-E9880FCF49EF}" presName="spaceRect" presStyleCnt="0"/>
      <dgm:spPr/>
    </dgm:pt>
    <dgm:pt modelId="{92C4C0F6-079B-42D2-BDF5-1F901F61FC47}" type="pres">
      <dgm:prSet presAssocID="{6CB41A18-CFFD-4F65-99C8-E9880FCF49EF}" presName="textRect" presStyleLbl="revTx" presStyleIdx="3" presStyleCnt="5">
        <dgm:presLayoutVars>
          <dgm:chMax val="1"/>
          <dgm:chPref val="1"/>
        </dgm:presLayoutVars>
      </dgm:prSet>
      <dgm:spPr/>
    </dgm:pt>
    <dgm:pt modelId="{4503A231-8EB1-49A2-ADCC-FA8C9160BB50}" type="pres">
      <dgm:prSet presAssocID="{DA8B4E1B-1010-4C30-BB88-259375207140}" presName="sibTrans" presStyleLbl="sibTrans2D1" presStyleIdx="0" presStyleCnt="0"/>
      <dgm:spPr/>
    </dgm:pt>
    <dgm:pt modelId="{9BFCBC59-B79F-4C16-89DF-D78C7EE59EF9}" type="pres">
      <dgm:prSet presAssocID="{E173E7EF-E672-46EB-A68E-F950A43EA42D}" presName="compNode" presStyleCnt="0"/>
      <dgm:spPr/>
    </dgm:pt>
    <dgm:pt modelId="{BC3C2247-5491-428B-BCB9-53E71073F8AC}" type="pres">
      <dgm:prSet presAssocID="{E173E7EF-E672-46EB-A68E-F950A43EA42D}" presName="iconBgRect" presStyleLbl="bgShp" presStyleIdx="4" presStyleCnt="5"/>
      <dgm:spPr/>
    </dgm:pt>
    <dgm:pt modelId="{6A1E8AF9-FFA7-4717-9C71-0B014196DAB9}" type="pres">
      <dgm:prSet presAssocID="{E173E7EF-E672-46EB-A68E-F950A43EA42D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167718F5-3FAD-46D4-A824-E69D168FDE58}" type="pres">
      <dgm:prSet presAssocID="{E173E7EF-E672-46EB-A68E-F950A43EA42D}" presName="spaceRect" presStyleCnt="0"/>
      <dgm:spPr/>
    </dgm:pt>
    <dgm:pt modelId="{19B76325-C4EB-4061-963F-7F4E561FFE34}" type="pres">
      <dgm:prSet presAssocID="{E173E7EF-E672-46EB-A68E-F950A43EA42D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9459001-B846-433F-BB53-66CACD32338E}" srcId="{DFE6F909-B8C9-45B7-A9D6-771BB62E31BA}" destId="{6CB41A18-CFFD-4F65-99C8-E9880FCF49EF}" srcOrd="3" destOrd="0" parTransId="{1B3EEEEE-313B-4751-A35C-94109915F395}" sibTransId="{DA8B4E1B-1010-4C30-BB88-259375207140}"/>
    <dgm:cxn modelId="{D99EEA0A-16C7-405F-8DAC-AAB8BEA6A827}" type="presOf" srcId="{DFE6F909-B8C9-45B7-A9D6-771BB62E31BA}" destId="{5DAD80EF-DA76-4FD4-AE77-EE7070477A35}" srcOrd="0" destOrd="0" presId="urn:microsoft.com/office/officeart/2018/2/layout/IconCircleList"/>
    <dgm:cxn modelId="{96DFD10B-EAC1-45BB-9E26-0F3C77BEFE63}" type="presOf" srcId="{6CB41A18-CFFD-4F65-99C8-E9880FCF49EF}" destId="{92C4C0F6-079B-42D2-BDF5-1F901F61FC47}" srcOrd="0" destOrd="0" presId="urn:microsoft.com/office/officeart/2018/2/layout/IconCircleList"/>
    <dgm:cxn modelId="{A218C328-3B06-40DA-B022-06B4918568F9}" srcId="{DFE6F909-B8C9-45B7-A9D6-771BB62E31BA}" destId="{67EF5E53-F7F6-458F-BF1D-9CD77E762BBA}" srcOrd="2" destOrd="0" parTransId="{4CBAC4B3-D3AF-4145-8805-D6CD59015AB0}" sibTransId="{ED6C1F41-F530-426A-AA0B-CF72CE379504}"/>
    <dgm:cxn modelId="{0B976733-44A7-4961-A52F-AC36CBE2C25C}" type="presOf" srcId="{24345BBE-7057-4B75-A5E9-98D18CD0D2B0}" destId="{33C89257-AC78-4E21-B484-F60DAF85E75D}" srcOrd="0" destOrd="0" presId="urn:microsoft.com/office/officeart/2018/2/layout/IconCircleList"/>
    <dgm:cxn modelId="{285F793F-E70F-4A62-AED4-67076772877F}" type="presOf" srcId="{DA8B4E1B-1010-4C30-BB88-259375207140}" destId="{4503A231-8EB1-49A2-ADCC-FA8C9160BB50}" srcOrd="0" destOrd="0" presId="urn:microsoft.com/office/officeart/2018/2/layout/IconCircleList"/>
    <dgm:cxn modelId="{35C0EC49-F77A-48F2-A4A2-F6BA2CFE0BDD}" type="presOf" srcId="{E173E7EF-E672-46EB-A68E-F950A43EA42D}" destId="{19B76325-C4EB-4061-963F-7F4E561FFE34}" srcOrd="0" destOrd="0" presId="urn:microsoft.com/office/officeart/2018/2/layout/IconCircleList"/>
    <dgm:cxn modelId="{C457A779-EAFC-4A1E-A740-CBB8A70FF92F}" type="presOf" srcId="{9D532318-5592-4F0D-812E-A7899C75D068}" destId="{A1368608-277B-42EE-9FAD-2627235E084A}" srcOrd="0" destOrd="0" presId="urn:microsoft.com/office/officeart/2018/2/layout/IconCircleList"/>
    <dgm:cxn modelId="{358D7187-1DBC-452A-9C59-6FD80F67EE13}" srcId="{DFE6F909-B8C9-45B7-A9D6-771BB62E31BA}" destId="{E173E7EF-E672-46EB-A68E-F950A43EA42D}" srcOrd="4" destOrd="0" parTransId="{5932490A-F27E-40BE-8C15-19F30961838A}" sibTransId="{836D0160-16CB-4887-A062-C119AE35887C}"/>
    <dgm:cxn modelId="{CCC320BE-BC03-44E1-860D-36D222F9B0FC}" srcId="{DFE6F909-B8C9-45B7-A9D6-771BB62E31BA}" destId="{24345BBE-7057-4B75-A5E9-98D18CD0D2B0}" srcOrd="0" destOrd="0" parTransId="{980EA0AB-16AD-4A68-82CF-B2909FF6112C}" sibTransId="{9D532318-5592-4F0D-812E-A7899C75D068}"/>
    <dgm:cxn modelId="{CA898DCA-8692-4FB4-9E56-44D55AB0A2E5}" type="presOf" srcId="{38F58B04-1FF2-4372-8BAB-420FACFB3A43}" destId="{EF7FD2AD-CEB5-4C65-8735-AFFB9392559F}" srcOrd="0" destOrd="0" presId="urn:microsoft.com/office/officeart/2018/2/layout/IconCircleList"/>
    <dgm:cxn modelId="{E0A7CADA-7CDE-42DB-B966-2AA359BA7237}" srcId="{DFE6F909-B8C9-45B7-A9D6-771BB62E31BA}" destId="{3872536C-FFF3-48AC-92AE-4550989FD027}" srcOrd="1" destOrd="0" parTransId="{CE0E29A2-3B09-42C7-A4E9-277B92893F18}" sibTransId="{38F58B04-1FF2-4372-8BAB-420FACFB3A43}"/>
    <dgm:cxn modelId="{15E6E4E0-5098-47FC-B987-DB1B19A2B05D}" type="presOf" srcId="{3872536C-FFF3-48AC-92AE-4550989FD027}" destId="{E14ABD06-6AD1-4391-B366-E1548B55BEF6}" srcOrd="0" destOrd="0" presId="urn:microsoft.com/office/officeart/2018/2/layout/IconCircleList"/>
    <dgm:cxn modelId="{C33466F7-92AA-4257-8E94-0B2B1D35980A}" type="presOf" srcId="{ED6C1F41-F530-426A-AA0B-CF72CE379504}" destId="{7BA25A67-67D3-4CA3-9A87-A7613303FA06}" srcOrd="0" destOrd="0" presId="urn:microsoft.com/office/officeart/2018/2/layout/IconCircleList"/>
    <dgm:cxn modelId="{FEE311F9-23B7-41C5-9C50-F46A354AA39E}" type="presOf" srcId="{67EF5E53-F7F6-458F-BF1D-9CD77E762BBA}" destId="{802301E0-09AF-4422-9D34-81226EA3E45B}" srcOrd="0" destOrd="0" presId="urn:microsoft.com/office/officeart/2018/2/layout/IconCircleList"/>
    <dgm:cxn modelId="{0F04DEAB-A059-448E-BA15-7C90E2AE9591}" type="presParOf" srcId="{5DAD80EF-DA76-4FD4-AE77-EE7070477A35}" destId="{97832335-B036-4835-8F26-83B827186F82}" srcOrd="0" destOrd="0" presId="urn:microsoft.com/office/officeart/2018/2/layout/IconCircleList"/>
    <dgm:cxn modelId="{3C08EF34-2DD9-4269-A57D-5621A4D9911E}" type="presParOf" srcId="{97832335-B036-4835-8F26-83B827186F82}" destId="{ADC939B8-8E74-484A-9C73-B71AA83DAB5E}" srcOrd="0" destOrd="0" presId="urn:microsoft.com/office/officeart/2018/2/layout/IconCircleList"/>
    <dgm:cxn modelId="{F0CB792D-60DF-4621-B220-9EAD332A4F1F}" type="presParOf" srcId="{ADC939B8-8E74-484A-9C73-B71AA83DAB5E}" destId="{7217632C-04E6-4AA8-93D3-B7170A7EC2DB}" srcOrd="0" destOrd="0" presId="urn:microsoft.com/office/officeart/2018/2/layout/IconCircleList"/>
    <dgm:cxn modelId="{A80D679B-49B1-4A28-A42A-15CF555D1965}" type="presParOf" srcId="{ADC939B8-8E74-484A-9C73-B71AA83DAB5E}" destId="{822344B1-C240-4061-8796-AFD0C847C5D3}" srcOrd="1" destOrd="0" presId="urn:microsoft.com/office/officeart/2018/2/layout/IconCircleList"/>
    <dgm:cxn modelId="{DA788201-7890-4B30-A3BD-86B43D04189E}" type="presParOf" srcId="{ADC939B8-8E74-484A-9C73-B71AA83DAB5E}" destId="{76DA0C37-CA65-4506-B977-B6A74A191586}" srcOrd="2" destOrd="0" presId="urn:microsoft.com/office/officeart/2018/2/layout/IconCircleList"/>
    <dgm:cxn modelId="{AF115D50-AD7E-47FE-99ED-8465EDFDE3AC}" type="presParOf" srcId="{ADC939B8-8E74-484A-9C73-B71AA83DAB5E}" destId="{33C89257-AC78-4E21-B484-F60DAF85E75D}" srcOrd="3" destOrd="0" presId="urn:microsoft.com/office/officeart/2018/2/layout/IconCircleList"/>
    <dgm:cxn modelId="{3EEA9853-CEA9-4913-9702-141F233CFA16}" type="presParOf" srcId="{97832335-B036-4835-8F26-83B827186F82}" destId="{A1368608-277B-42EE-9FAD-2627235E084A}" srcOrd="1" destOrd="0" presId="urn:microsoft.com/office/officeart/2018/2/layout/IconCircleList"/>
    <dgm:cxn modelId="{790ECA5C-062E-4810-8D9D-7450C5AEA592}" type="presParOf" srcId="{97832335-B036-4835-8F26-83B827186F82}" destId="{8189A9AB-FB7E-4BC6-9DEC-44124DD25DBD}" srcOrd="2" destOrd="0" presId="urn:microsoft.com/office/officeart/2018/2/layout/IconCircleList"/>
    <dgm:cxn modelId="{52B7C332-F4F5-4C16-9FF4-AEDCF8AA7248}" type="presParOf" srcId="{8189A9AB-FB7E-4BC6-9DEC-44124DD25DBD}" destId="{F7DB397F-A199-4506-8BA3-875327B3A3F7}" srcOrd="0" destOrd="0" presId="urn:microsoft.com/office/officeart/2018/2/layout/IconCircleList"/>
    <dgm:cxn modelId="{AA71C5D7-67CA-49DC-BC17-4454647C5704}" type="presParOf" srcId="{8189A9AB-FB7E-4BC6-9DEC-44124DD25DBD}" destId="{FD1C0E4C-B47A-4B07-9985-DEFC8F460F73}" srcOrd="1" destOrd="0" presId="urn:microsoft.com/office/officeart/2018/2/layout/IconCircleList"/>
    <dgm:cxn modelId="{33A6D52A-408B-430B-B58E-AADB01B9D256}" type="presParOf" srcId="{8189A9AB-FB7E-4BC6-9DEC-44124DD25DBD}" destId="{FED8D955-451C-4348-B12E-6B2F51445B02}" srcOrd="2" destOrd="0" presId="urn:microsoft.com/office/officeart/2018/2/layout/IconCircleList"/>
    <dgm:cxn modelId="{BAF60092-0884-459E-BAEA-BCA3A06BF0A1}" type="presParOf" srcId="{8189A9AB-FB7E-4BC6-9DEC-44124DD25DBD}" destId="{E14ABD06-6AD1-4391-B366-E1548B55BEF6}" srcOrd="3" destOrd="0" presId="urn:microsoft.com/office/officeart/2018/2/layout/IconCircleList"/>
    <dgm:cxn modelId="{4DBC45BA-FAC8-4FE1-9106-286EF494007A}" type="presParOf" srcId="{97832335-B036-4835-8F26-83B827186F82}" destId="{EF7FD2AD-CEB5-4C65-8735-AFFB9392559F}" srcOrd="3" destOrd="0" presId="urn:microsoft.com/office/officeart/2018/2/layout/IconCircleList"/>
    <dgm:cxn modelId="{36E55D43-D628-4A5A-9290-7799DA3EEA5F}" type="presParOf" srcId="{97832335-B036-4835-8F26-83B827186F82}" destId="{7A43AE9B-64FD-41CA-89B5-37C42E32DA84}" srcOrd="4" destOrd="0" presId="urn:microsoft.com/office/officeart/2018/2/layout/IconCircleList"/>
    <dgm:cxn modelId="{3FE19163-C2B8-4BD8-926B-44CBBA685AC4}" type="presParOf" srcId="{7A43AE9B-64FD-41CA-89B5-37C42E32DA84}" destId="{CAEFA535-62B2-45AC-8F11-5B1E7057DB78}" srcOrd="0" destOrd="0" presId="urn:microsoft.com/office/officeart/2018/2/layout/IconCircleList"/>
    <dgm:cxn modelId="{E43F32B4-6E66-49AF-A9AE-2428D6B0909C}" type="presParOf" srcId="{7A43AE9B-64FD-41CA-89B5-37C42E32DA84}" destId="{3A605E83-EFB4-428D-8D1A-30891745C653}" srcOrd="1" destOrd="0" presId="urn:microsoft.com/office/officeart/2018/2/layout/IconCircleList"/>
    <dgm:cxn modelId="{3728756F-74AE-417D-A5D6-7093EEFD2B65}" type="presParOf" srcId="{7A43AE9B-64FD-41CA-89B5-37C42E32DA84}" destId="{88077803-08BC-4FC4-A200-148A1156077C}" srcOrd="2" destOrd="0" presId="urn:microsoft.com/office/officeart/2018/2/layout/IconCircleList"/>
    <dgm:cxn modelId="{F9FC89A6-B9B1-4911-AC12-59E2E575B97D}" type="presParOf" srcId="{7A43AE9B-64FD-41CA-89B5-37C42E32DA84}" destId="{802301E0-09AF-4422-9D34-81226EA3E45B}" srcOrd="3" destOrd="0" presId="urn:microsoft.com/office/officeart/2018/2/layout/IconCircleList"/>
    <dgm:cxn modelId="{EE9DB6F8-DF62-41FF-A47A-FF6027E7DFFB}" type="presParOf" srcId="{97832335-B036-4835-8F26-83B827186F82}" destId="{7BA25A67-67D3-4CA3-9A87-A7613303FA06}" srcOrd="5" destOrd="0" presId="urn:microsoft.com/office/officeart/2018/2/layout/IconCircleList"/>
    <dgm:cxn modelId="{D962C01A-8DAB-485F-91FF-6968903DC0D3}" type="presParOf" srcId="{97832335-B036-4835-8F26-83B827186F82}" destId="{41E14971-9266-41FE-A6DE-4167AB4EF428}" srcOrd="6" destOrd="0" presId="urn:microsoft.com/office/officeart/2018/2/layout/IconCircleList"/>
    <dgm:cxn modelId="{F37F8EDF-0D5C-495A-8A5A-C7980036568B}" type="presParOf" srcId="{41E14971-9266-41FE-A6DE-4167AB4EF428}" destId="{69F48418-A9BF-4B44-B2EB-60E59B20970C}" srcOrd="0" destOrd="0" presId="urn:microsoft.com/office/officeart/2018/2/layout/IconCircleList"/>
    <dgm:cxn modelId="{A62696D1-1774-4F27-A3D6-CE49B0636240}" type="presParOf" srcId="{41E14971-9266-41FE-A6DE-4167AB4EF428}" destId="{C9A6219D-4E97-4231-8A5A-DCC62923CD0E}" srcOrd="1" destOrd="0" presId="urn:microsoft.com/office/officeart/2018/2/layout/IconCircleList"/>
    <dgm:cxn modelId="{218E646D-271A-480B-ADA5-016623B2B5A3}" type="presParOf" srcId="{41E14971-9266-41FE-A6DE-4167AB4EF428}" destId="{A431D948-3BCA-484B-8F00-3C4A71024046}" srcOrd="2" destOrd="0" presId="urn:microsoft.com/office/officeart/2018/2/layout/IconCircleList"/>
    <dgm:cxn modelId="{340A6A27-264F-4665-989F-6A74053E895F}" type="presParOf" srcId="{41E14971-9266-41FE-A6DE-4167AB4EF428}" destId="{92C4C0F6-079B-42D2-BDF5-1F901F61FC47}" srcOrd="3" destOrd="0" presId="urn:microsoft.com/office/officeart/2018/2/layout/IconCircleList"/>
    <dgm:cxn modelId="{F2D59106-1CC0-4D22-A3BB-7DC635009D22}" type="presParOf" srcId="{97832335-B036-4835-8F26-83B827186F82}" destId="{4503A231-8EB1-49A2-ADCC-FA8C9160BB50}" srcOrd="7" destOrd="0" presId="urn:microsoft.com/office/officeart/2018/2/layout/IconCircleList"/>
    <dgm:cxn modelId="{B0BF6E3F-3D97-47FF-8AB6-8DBC0CC65ADC}" type="presParOf" srcId="{97832335-B036-4835-8F26-83B827186F82}" destId="{9BFCBC59-B79F-4C16-89DF-D78C7EE59EF9}" srcOrd="8" destOrd="0" presId="urn:microsoft.com/office/officeart/2018/2/layout/IconCircleList"/>
    <dgm:cxn modelId="{9DB584B0-1050-44B4-808E-EA882CF1E1F4}" type="presParOf" srcId="{9BFCBC59-B79F-4C16-89DF-D78C7EE59EF9}" destId="{BC3C2247-5491-428B-BCB9-53E71073F8AC}" srcOrd="0" destOrd="0" presId="urn:microsoft.com/office/officeart/2018/2/layout/IconCircleList"/>
    <dgm:cxn modelId="{6EA0CABB-2CC7-4454-9877-B4CAE9091077}" type="presParOf" srcId="{9BFCBC59-B79F-4C16-89DF-D78C7EE59EF9}" destId="{6A1E8AF9-FFA7-4717-9C71-0B014196DAB9}" srcOrd="1" destOrd="0" presId="urn:microsoft.com/office/officeart/2018/2/layout/IconCircleList"/>
    <dgm:cxn modelId="{75B3E937-0BEF-46F6-903C-89C15D21E4E9}" type="presParOf" srcId="{9BFCBC59-B79F-4C16-89DF-D78C7EE59EF9}" destId="{167718F5-3FAD-46D4-A824-E69D168FDE58}" srcOrd="2" destOrd="0" presId="urn:microsoft.com/office/officeart/2018/2/layout/IconCircleList"/>
    <dgm:cxn modelId="{97A50D1B-50CB-4B72-AEA7-6995DD44547F}" type="presParOf" srcId="{9BFCBC59-B79F-4C16-89DF-D78C7EE59EF9}" destId="{19B76325-C4EB-4061-963F-7F4E561FFE3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3FC41F9-061C-41AC-9226-4670414ABBB3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DFEF3CB-A935-48CB-A3E6-A8742FF00A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Refers to the </a:t>
          </a:r>
          <a:r>
            <a:rPr lang="en-US" b="1"/>
            <a:t>process of handling and verifying</a:t>
          </a:r>
          <a:r>
            <a:rPr lang="en-US"/>
            <a:t> transactions in the blockchain network.</a:t>
          </a:r>
        </a:p>
      </dgm:t>
    </dgm:pt>
    <dgm:pt modelId="{131F21A0-1FEE-4C8B-AF32-6A2D2C6740C4}" type="parTrans" cxnId="{F8607C83-BDB0-461D-A412-86673056EE32}">
      <dgm:prSet/>
      <dgm:spPr/>
      <dgm:t>
        <a:bodyPr/>
        <a:lstStyle/>
        <a:p>
          <a:endParaRPr lang="en-US"/>
        </a:p>
      </dgm:t>
    </dgm:pt>
    <dgm:pt modelId="{B98AEC2A-5077-4035-A621-7F95BFE78C1E}" type="sibTrans" cxnId="{F8607C83-BDB0-461D-A412-86673056EE3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4F3BCF8-8EF5-4340-BC52-A8C133AA83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Each transaction is </a:t>
          </a:r>
          <a:r>
            <a:rPr lang="en-US" b="1"/>
            <a:t>validated by miners or nodes</a:t>
          </a:r>
          <a:r>
            <a:rPr lang="en-US"/>
            <a:t> before being added to a block.</a:t>
          </a:r>
        </a:p>
      </dgm:t>
    </dgm:pt>
    <dgm:pt modelId="{EB45933D-96E3-4D8A-BAB0-B60F3411D51E}" type="parTrans" cxnId="{168FCBB2-B25D-455C-A822-2A388BDE4E45}">
      <dgm:prSet/>
      <dgm:spPr/>
      <dgm:t>
        <a:bodyPr/>
        <a:lstStyle/>
        <a:p>
          <a:endParaRPr lang="en-US"/>
        </a:p>
      </dgm:t>
    </dgm:pt>
    <dgm:pt modelId="{C0747037-0DF3-46F0-B070-BF5E68DF629E}" type="sibTrans" cxnId="{168FCBB2-B25D-455C-A822-2A388BDE4E4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FB7FD61-D445-45E3-945C-FADD2F5080D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Ensures </a:t>
          </a:r>
          <a:r>
            <a:rPr lang="en-US" b="1"/>
            <a:t>accuracy, consistency, and security</a:t>
          </a:r>
          <a:r>
            <a:rPr lang="en-US"/>
            <a:t> of all recorded data.</a:t>
          </a:r>
        </a:p>
      </dgm:t>
    </dgm:pt>
    <dgm:pt modelId="{1A97E6E8-F48F-419E-8CF2-A602F7F20316}" type="parTrans" cxnId="{FF891DD1-FF10-4A2A-A9B3-F8A0F3C10C0E}">
      <dgm:prSet/>
      <dgm:spPr/>
      <dgm:t>
        <a:bodyPr/>
        <a:lstStyle/>
        <a:p>
          <a:endParaRPr lang="en-US"/>
        </a:p>
      </dgm:t>
    </dgm:pt>
    <dgm:pt modelId="{23C722D1-AF79-491C-ADA3-9386CFC57DFD}" type="sibTrans" cxnId="{FF891DD1-FF10-4A2A-A9B3-F8A0F3C10C0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256BCCC-026B-4E86-AC45-97EBE5C7BA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Once confirmed, the transaction becomes </a:t>
          </a:r>
          <a:r>
            <a:rPr lang="en-US" b="1"/>
            <a:t>permanent and tamper-proof</a:t>
          </a:r>
          <a:r>
            <a:rPr lang="en-US"/>
            <a:t> in the ledger.</a:t>
          </a:r>
        </a:p>
      </dgm:t>
    </dgm:pt>
    <dgm:pt modelId="{80E7C84C-B9CB-4728-BF03-3FA82C20846F}" type="parTrans" cxnId="{B1D9FF3B-CDC4-4E95-AE3E-E3CA97A9774F}">
      <dgm:prSet/>
      <dgm:spPr/>
      <dgm:t>
        <a:bodyPr/>
        <a:lstStyle/>
        <a:p>
          <a:endParaRPr lang="en-US"/>
        </a:p>
      </dgm:t>
    </dgm:pt>
    <dgm:pt modelId="{69C927B5-3BBB-4670-878C-9CC4F13CDDF2}" type="sibTrans" cxnId="{B1D9FF3B-CDC4-4E95-AE3E-E3CA97A9774F}">
      <dgm:prSet/>
      <dgm:spPr/>
      <dgm:t>
        <a:bodyPr/>
        <a:lstStyle/>
        <a:p>
          <a:endParaRPr lang="en-US"/>
        </a:p>
      </dgm:t>
    </dgm:pt>
    <dgm:pt modelId="{3767B5C3-3FC2-48F6-BDCA-31C3E759727A}" type="pres">
      <dgm:prSet presAssocID="{A3FC41F9-061C-41AC-9226-4670414ABBB3}" presName="root" presStyleCnt="0">
        <dgm:presLayoutVars>
          <dgm:dir/>
          <dgm:resizeHandles val="exact"/>
        </dgm:presLayoutVars>
      </dgm:prSet>
      <dgm:spPr/>
    </dgm:pt>
    <dgm:pt modelId="{99B7C9F4-2273-4EF9-8FBF-158C1E72E065}" type="pres">
      <dgm:prSet presAssocID="{A3FC41F9-061C-41AC-9226-4670414ABBB3}" presName="container" presStyleCnt="0">
        <dgm:presLayoutVars>
          <dgm:dir/>
          <dgm:resizeHandles val="exact"/>
        </dgm:presLayoutVars>
      </dgm:prSet>
      <dgm:spPr/>
    </dgm:pt>
    <dgm:pt modelId="{46B234DE-C82E-4F40-8AEA-7D4007878630}" type="pres">
      <dgm:prSet presAssocID="{8DFEF3CB-A935-48CB-A3E6-A8742FF00A42}" presName="compNode" presStyleCnt="0"/>
      <dgm:spPr/>
    </dgm:pt>
    <dgm:pt modelId="{AC287E09-31DC-4B6A-8B7D-FFA7CC04B73A}" type="pres">
      <dgm:prSet presAssocID="{8DFEF3CB-A935-48CB-A3E6-A8742FF00A42}" presName="iconBgRect" presStyleLbl="bgShp" presStyleIdx="0" presStyleCnt="4"/>
      <dgm:spPr/>
    </dgm:pt>
    <dgm:pt modelId="{12009AD9-3B23-4CC8-A88F-D6C972640FE1}" type="pres">
      <dgm:prSet presAssocID="{8DFEF3CB-A935-48CB-A3E6-A8742FF00A4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67927142-1E40-4174-BE36-AEBC5178714C}" type="pres">
      <dgm:prSet presAssocID="{8DFEF3CB-A935-48CB-A3E6-A8742FF00A42}" presName="spaceRect" presStyleCnt="0"/>
      <dgm:spPr/>
    </dgm:pt>
    <dgm:pt modelId="{AF151A1C-B77F-434C-B4BD-4F4C580A4FDB}" type="pres">
      <dgm:prSet presAssocID="{8DFEF3CB-A935-48CB-A3E6-A8742FF00A42}" presName="textRect" presStyleLbl="revTx" presStyleIdx="0" presStyleCnt="4">
        <dgm:presLayoutVars>
          <dgm:chMax val="1"/>
          <dgm:chPref val="1"/>
        </dgm:presLayoutVars>
      </dgm:prSet>
      <dgm:spPr/>
    </dgm:pt>
    <dgm:pt modelId="{C00D3F6E-2D3B-4C2E-B034-A96B9EAE7015}" type="pres">
      <dgm:prSet presAssocID="{B98AEC2A-5077-4035-A621-7F95BFE78C1E}" presName="sibTrans" presStyleLbl="sibTrans2D1" presStyleIdx="0" presStyleCnt="0"/>
      <dgm:spPr/>
    </dgm:pt>
    <dgm:pt modelId="{DD3631F3-36D5-49B8-9ABC-C12DF2B894B7}" type="pres">
      <dgm:prSet presAssocID="{C4F3BCF8-8EF5-4340-BC52-A8C133AA8325}" presName="compNode" presStyleCnt="0"/>
      <dgm:spPr/>
    </dgm:pt>
    <dgm:pt modelId="{C4AC6C53-D7C2-4E73-A0E6-A3D671A346D5}" type="pres">
      <dgm:prSet presAssocID="{C4F3BCF8-8EF5-4340-BC52-A8C133AA8325}" presName="iconBgRect" presStyleLbl="bgShp" presStyleIdx="1" presStyleCnt="4"/>
      <dgm:spPr/>
    </dgm:pt>
    <dgm:pt modelId="{5E2E8111-AFEA-4297-A94A-7C98B8408D48}" type="pres">
      <dgm:prSet presAssocID="{C4F3BCF8-8EF5-4340-BC52-A8C133AA832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ng Tools"/>
        </a:ext>
      </dgm:extLst>
    </dgm:pt>
    <dgm:pt modelId="{C4E376CA-23FD-4765-8D1F-3FD49D5C33E0}" type="pres">
      <dgm:prSet presAssocID="{C4F3BCF8-8EF5-4340-BC52-A8C133AA8325}" presName="spaceRect" presStyleCnt="0"/>
      <dgm:spPr/>
    </dgm:pt>
    <dgm:pt modelId="{706B2AD5-52B2-4AFA-8979-C51B1AAFB2B8}" type="pres">
      <dgm:prSet presAssocID="{C4F3BCF8-8EF5-4340-BC52-A8C133AA8325}" presName="textRect" presStyleLbl="revTx" presStyleIdx="1" presStyleCnt="4">
        <dgm:presLayoutVars>
          <dgm:chMax val="1"/>
          <dgm:chPref val="1"/>
        </dgm:presLayoutVars>
      </dgm:prSet>
      <dgm:spPr/>
    </dgm:pt>
    <dgm:pt modelId="{72337001-547F-4BBF-869B-AF9C07FE390D}" type="pres">
      <dgm:prSet presAssocID="{C0747037-0DF3-46F0-B070-BF5E68DF629E}" presName="sibTrans" presStyleLbl="sibTrans2D1" presStyleIdx="0" presStyleCnt="0"/>
      <dgm:spPr/>
    </dgm:pt>
    <dgm:pt modelId="{7A486ABC-0D35-4F28-A4D0-4FE55436E5DD}" type="pres">
      <dgm:prSet presAssocID="{EFB7FD61-D445-45E3-945C-FADD2F5080DB}" presName="compNode" presStyleCnt="0"/>
      <dgm:spPr/>
    </dgm:pt>
    <dgm:pt modelId="{6CC03500-18F0-4263-9138-1AC1996666AF}" type="pres">
      <dgm:prSet presAssocID="{EFB7FD61-D445-45E3-945C-FADD2F5080DB}" presName="iconBgRect" presStyleLbl="bgShp" presStyleIdx="2" presStyleCnt="4"/>
      <dgm:spPr/>
    </dgm:pt>
    <dgm:pt modelId="{FC8574B2-B606-4D2C-B2E5-2AA4B9A92029}" type="pres">
      <dgm:prSet presAssocID="{EFB7FD61-D445-45E3-945C-FADD2F5080D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418BA5E9-B4C5-4E3D-AF13-A6A4D2B6BF87}" type="pres">
      <dgm:prSet presAssocID="{EFB7FD61-D445-45E3-945C-FADD2F5080DB}" presName="spaceRect" presStyleCnt="0"/>
      <dgm:spPr/>
    </dgm:pt>
    <dgm:pt modelId="{DA63650E-37EE-47D8-B60F-D537A1825EFE}" type="pres">
      <dgm:prSet presAssocID="{EFB7FD61-D445-45E3-945C-FADD2F5080DB}" presName="textRect" presStyleLbl="revTx" presStyleIdx="2" presStyleCnt="4">
        <dgm:presLayoutVars>
          <dgm:chMax val="1"/>
          <dgm:chPref val="1"/>
        </dgm:presLayoutVars>
      </dgm:prSet>
      <dgm:spPr/>
    </dgm:pt>
    <dgm:pt modelId="{C9921CEC-A40E-4072-ACED-BC6173B049DA}" type="pres">
      <dgm:prSet presAssocID="{23C722D1-AF79-491C-ADA3-9386CFC57DFD}" presName="sibTrans" presStyleLbl="sibTrans2D1" presStyleIdx="0" presStyleCnt="0"/>
      <dgm:spPr/>
    </dgm:pt>
    <dgm:pt modelId="{728A8F5A-33F3-4D76-9250-BFD7E9B8602E}" type="pres">
      <dgm:prSet presAssocID="{5256BCCC-026B-4E86-AC45-97EBE5C7BA1F}" presName="compNode" presStyleCnt="0"/>
      <dgm:spPr/>
    </dgm:pt>
    <dgm:pt modelId="{9EA3F580-E22E-4194-AC0B-B650BD93BABC}" type="pres">
      <dgm:prSet presAssocID="{5256BCCC-026B-4E86-AC45-97EBE5C7BA1F}" presName="iconBgRect" presStyleLbl="bgShp" presStyleIdx="3" presStyleCnt="4"/>
      <dgm:spPr/>
    </dgm:pt>
    <dgm:pt modelId="{E27E680A-51B3-45FB-B66E-1BD6B1F6FF79}" type="pres">
      <dgm:prSet presAssocID="{5256BCCC-026B-4E86-AC45-97EBE5C7BA1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25887A58-D6D8-4564-B513-591B322396E7}" type="pres">
      <dgm:prSet presAssocID="{5256BCCC-026B-4E86-AC45-97EBE5C7BA1F}" presName="spaceRect" presStyleCnt="0"/>
      <dgm:spPr/>
    </dgm:pt>
    <dgm:pt modelId="{AAAEE499-CF8D-4A45-9409-747C1C580F9E}" type="pres">
      <dgm:prSet presAssocID="{5256BCCC-026B-4E86-AC45-97EBE5C7BA1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20C1235-B4A1-4A63-8E3B-D15630BEE047}" type="presOf" srcId="{C0747037-0DF3-46F0-B070-BF5E68DF629E}" destId="{72337001-547F-4BBF-869B-AF9C07FE390D}" srcOrd="0" destOrd="0" presId="urn:microsoft.com/office/officeart/2018/2/layout/IconCircleList"/>
    <dgm:cxn modelId="{B1D9FF3B-CDC4-4E95-AE3E-E3CA97A9774F}" srcId="{A3FC41F9-061C-41AC-9226-4670414ABBB3}" destId="{5256BCCC-026B-4E86-AC45-97EBE5C7BA1F}" srcOrd="3" destOrd="0" parTransId="{80E7C84C-B9CB-4728-BF03-3FA82C20846F}" sibTransId="{69C927B5-3BBB-4670-878C-9CC4F13CDDF2}"/>
    <dgm:cxn modelId="{DBB52062-2E51-4DEF-A384-DC398571434F}" type="presOf" srcId="{EFB7FD61-D445-45E3-945C-FADD2F5080DB}" destId="{DA63650E-37EE-47D8-B60F-D537A1825EFE}" srcOrd="0" destOrd="0" presId="urn:microsoft.com/office/officeart/2018/2/layout/IconCircleList"/>
    <dgm:cxn modelId="{B9C8134D-FB21-4713-BF8F-82CBAEB550B3}" type="presOf" srcId="{23C722D1-AF79-491C-ADA3-9386CFC57DFD}" destId="{C9921CEC-A40E-4072-ACED-BC6173B049DA}" srcOrd="0" destOrd="0" presId="urn:microsoft.com/office/officeart/2018/2/layout/IconCircleList"/>
    <dgm:cxn modelId="{1572F753-B226-4797-A16D-8BC1376970A5}" type="presOf" srcId="{C4F3BCF8-8EF5-4340-BC52-A8C133AA8325}" destId="{706B2AD5-52B2-4AFA-8979-C51B1AAFB2B8}" srcOrd="0" destOrd="0" presId="urn:microsoft.com/office/officeart/2018/2/layout/IconCircleList"/>
    <dgm:cxn modelId="{D94F9254-311F-4FB1-815E-80DBC4B946A0}" type="presOf" srcId="{5256BCCC-026B-4E86-AC45-97EBE5C7BA1F}" destId="{AAAEE499-CF8D-4A45-9409-747C1C580F9E}" srcOrd="0" destOrd="0" presId="urn:microsoft.com/office/officeart/2018/2/layout/IconCircleList"/>
    <dgm:cxn modelId="{6CDB5F7C-1519-45A8-BDA9-5BF77EEA52FC}" type="presOf" srcId="{A3FC41F9-061C-41AC-9226-4670414ABBB3}" destId="{3767B5C3-3FC2-48F6-BDCA-31C3E759727A}" srcOrd="0" destOrd="0" presId="urn:microsoft.com/office/officeart/2018/2/layout/IconCircleList"/>
    <dgm:cxn modelId="{544E0283-F359-471E-AA2B-E489A154E4E0}" type="presOf" srcId="{8DFEF3CB-A935-48CB-A3E6-A8742FF00A42}" destId="{AF151A1C-B77F-434C-B4BD-4F4C580A4FDB}" srcOrd="0" destOrd="0" presId="urn:microsoft.com/office/officeart/2018/2/layout/IconCircleList"/>
    <dgm:cxn modelId="{F8607C83-BDB0-461D-A412-86673056EE32}" srcId="{A3FC41F9-061C-41AC-9226-4670414ABBB3}" destId="{8DFEF3CB-A935-48CB-A3E6-A8742FF00A42}" srcOrd="0" destOrd="0" parTransId="{131F21A0-1FEE-4C8B-AF32-6A2D2C6740C4}" sibTransId="{B98AEC2A-5077-4035-A621-7F95BFE78C1E}"/>
    <dgm:cxn modelId="{168FCBB2-B25D-455C-A822-2A388BDE4E45}" srcId="{A3FC41F9-061C-41AC-9226-4670414ABBB3}" destId="{C4F3BCF8-8EF5-4340-BC52-A8C133AA8325}" srcOrd="1" destOrd="0" parTransId="{EB45933D-96E3-4D8A-BAB0-B60F3411D51E}" sibTransId="{C0747037-0DF3-46F0-B070-BF5E68DF629E}"/>
    <dgm:cxn modelId="{FF891DD1-FF10-4A2A-A9B3-F8A0F3C10C0E}" srcId="{A3FC41F9-061C-41AC-9226-4670414ABBB3}" destId="{EFB7FD61-D445-45E3-945C-FADD2F5080DB}" srcOrd="2" destOrd="0" parTransId="{1A97E6E8-F48F-419E-8CF2-A602F7F20316}" sibTransId="{23C722D1-AF79-491C-ADA3-9386CFC57DFD}"/>
    <dgm:cxn modelId="{C8FC9FDF-E088-4314-AC7D-A4FEE9F1AF6B}" type="presOf" srcId="{B98AEC2A-5077-4035-A621-7F95BFE78C1E}" destId="{C00D3F6E-2D3B-4C2E-B034-A96B9EAE7015}" srcOrd="0" destOrd="0" presId="urn:microsoft.com/office/officeart/2018/2/layout/IconCircleList"/>
    <dgm:cxn modelId="{03B8D0E4-D7EC-4A7F-8C87-C06AF65F9039}" type="presParOf" srcId="{3767B5C3-3FC2-48F6-BDCA-31C3E759727A}" destId="{99B7C9F4-2273-4EF9-8FBF-158C1E72E065}" srcOrd="0" destOrd="0" presId="urn:microsoft.com/office/officeart/2018/2/layout/IconCircleList"/>
    <dgm:cxn modelId="{5C7729A9-EFA2-4FFB-84DA-B462C1949F55}" type="presParOf" srcId="{99B7C9F4-2273-4EF9-8FBF-158C1E72E065}" destId="{46B234DE-C82E-4F40-8AEA-7D4007878630}" srcOrd="0" destOrd="0" presId="urn:microsoft.com/office/officeart/2018/2/layout/IconCircleList"/>
    <dgm:cxn modelId="{314FD88F-B932-49CF-84E6-7D64D9AA2FFE}" type="presParOf" srcId="{46B234DE-C82E-4F40-8AEA-7D4007878630}" destId="{AC287E09-31DC-4B6A-8B7D-FFA7CC04B73A}" srcOrd="0" destOrd="0" presId="urn:microsoft.com/office/officeart/2018/2/layout/IconCircleList"/>
    <dgm:cxn modelId="{52B357CD-B4EB-42D2-A7FD-D69A069F8F1B}" type="presParOf" srcId="{46B234DE-C82E-4F40-8AEA-7D4007878630}" destId="{12009AD9-3B23-4CC8-A88F-D6C972640FE1}" srcOrd="1" destOrd="0" presId="urn:microsoft.com/office/officeart/2018/2/layout/IconCircleList"/>
    <dgm:cxn modelId="{D3138568-B43D-4ED3-98DE-2CB483D97B43}" type="presParOf" srcId="{46B234DE-C82E-4F40-8AEA-7D4007878630}" destId="{67927142-1E40-4174-BE36-AEBC5178714C}" srcOrd="2" destOrd="0" presId="urn:microsoft.com/office/officeart/2018/2/layout/IconCircleList"/>
    <dgm:cxn modelId="{A3838828-FEE2-40B1-809A-9DEEAD96883E}" type="presParOf" srcId="{46B234DE-C82E-4F40-8AEA-7D4007878630}" destId="{AF151A1C-B77F-434C-B4BD-4F4C580A4FDB}" srcOrd="3" destOrd="0" presId="urn:microsoft.com/office/officeart/2018/2/layout/IconCircleList"/>
    <dgm:cxn modelId="{1491611A-07B4-4C13-B0C8-54371D6FB454}" type="presParOf" srcId="{99B7C9F4-2273-4EF9-8FBF-158C1E72E065}" destId="{C00D3F6E-2D3B-4C2E-B034-A96B9EAE7015}" srcOrd="1" destOrd="0" presId="urn:microsoft.com/office/officeart/2018/2/layout/IconCircleList"/>
    <dgm:cxn modelId="{E9FD19B3-BFBD-48BF-B759-452086B36541}" type="presParOf" srcId="{99B7C9F4-2273-4EF9-8FBF-158C1E72E065}" destId="{DD3631F3-36D5-49B8-9ABC-C12DF2B894B7}" srcOrd="2" destOrd="0" presId="urn:microsoft.com/office/officeart/2018/2/layout/IconCircleList"/>
    <dgm:cxn modelId="{CEB6A87E-209D-487E-B348-D5828A6840D6}" type="presParOf" srcId="{DD3631F3-36D5-49B8-9ABC-C12DF2B894B7}" destId="{C4AC6C53-D7C2-4E73-A0E6-A3D671A346D5}" srcOrd="0" destOrd="0" presId="urn:microsoft.com/office/officeart/2018/2/layout/IconCircleList"/>
    <dgm:cxn modelId="{724DCF78-DCCA-4361-BEB7-FD4960AB8ADD}" type="presParOf" srcId="{DD3631F3-36D5-49B8-9ABC-C12DF2B894B7}" destId="{5E2E8111-AFEA-4297-A94A-7C98B8408D48}" srcOrd="1" destOrd="0" presId="urn:microsoft.com/office/officeart/2018/2/layout/IconCircleList"/>
    <dgm:cxn modelId="{603799F0-7CFC-4CCE-8A66-9AFDF68AA479}" type="presParOf" srcId="{DD3631F3-36D5-49B8-9ABC-C12DF2B894B7}" destId="{C4E376CA-23FD-4765-8D1F-3FD49D5C33E0}" srcOrd="2" destOrd="0" presId="urn:microsoft.com/office/officeart/2018/2/layout/IconCircleList"/>
    <dgm:cxn modelId="{316C3E29-3E8F-48DA-9C80-866078445EC0}" type="presParOf" srcId="{DD3631F3-36D5-49B8-9ABC-C12DF2B894B7}" destId="{706B2AD5-52B2-4AFA-8979-C51B1AAFB2B8}" srcOrd="3" destOrd="0" presId="urn:microsoft.com/office/officeart/2018/2/layout/IconCircleList"/>
    <dgm:cxn modelId="{184AA33E-59B5-4763-91FD-5D5F023BCDE4}" type="presParOf" srcId="{99B7C9F4-2273-4EF9-8FBF-158C1E72E065}" destId="{72337001-547F-4BBF-869B-AF9C07FE390D}" srcOrd="3" destOrd="0" presId="urn:microsoft.com/office/officeart/2018/2/layout/IconCircleList"/>
    <dgm:cxn modelId="{345B2EBE-852B-4FA9-98E1-6621EA441CD9}" type="presParOf" srcId="{99B7C9F4-2273-4EF9-8FBF-158C1E72E065}" destId="{7A486ABC-0D35-4F28-A4D0-4FE55436E5DD}" srcOrd="4" destOrd="0" presId="urn:microsoft.com/office/officeart/2018/2/layout/IconCircleList"/>
    <dgm:cxn modelId="{CC4DFD17-D5CD-4FE6-8EB1-FBFC41096275}" type="presParOf" srcId="{7A486ABC-0D35-4F28-A4D0-4FE55436E5DD}" destId="{6CC03500-18F0-4263-9138-1AC1996666AF}" srcOrd="0" destOrd="0" presId="urn:microsoft.com/office/officeart/2018/2/layout/IconCircleList"/>
    <dgm:cxn modelId="{D7DB4824-5654-45AE-B390-B0E4B1F6A24A}" type="presParOf" srcId="{7A486ABC-0D35-4F28-A4D0-4FE55436E5DD}" destId="{FC8574B2-B606-4D2C-B2E5-2AA4B9A92029}" srcOrd="1" destOrd="0" presId="urn:microsoft.com/office/officeart/2018/2/layout/IconCircleList"/>
    <dgm:cxn modelId="{61B80280-3F4D-44FB-89BE-27FF371AB2F8}" type="presParOf" srcId="{7A486ABC-0D35-4F28-A4D0-4FE55436E5DD}" destId="{418BA5E9-B4C5-4E3D-AF13-A6A4D2B6BF87}" srcOrd="2" destOrd="0" presId="urn:microsoft.com/office/officeart/2018/2/layout/IconCircleList"/>
    <dgm:cxn modelId="{4AB2263D-6D22-44CC-9F5E-D3743F235EC0}" type="presParOf" srcId="{7A486ABC-0D35-4F28-A4D0-4FE55436E5DD}" destId="{DA63650E-37EE-47D8-B60F-D537A1825EFE}" srcOrd="3" destOrd="0" presId="urn:microsoft.com/office/officeart/2018/2/layout/IconCircleList"/>
    <dgm:cxn modelId="{3107D61A-EA88-4CB8-AE16-B331A09BCBFE}" type="presParOf" srcId="{99B7C9F4-2273-4EF9-8FBF-158C1E72E065}" destId="{C9921CEC-A40E-4072-ACED-BC6173B049DA}" srcOrd="5" destOrd="0" presId="urn:microsoft.com/office/officeart/2018/2/layout/IconCircleList"/>
    <dgm:cxn modelId="{A37E880C-20B4-4032-8442-26EFB4B7B445}" type="presParOf" srcId="{99B7C9F4-2273-4EF9-8FBF-158C1E72E065}" destId="{728A8F5A-33F3-4D76-9250-BFD7E9B8602E}" srcOrd="6" destOrd="0" presId="urn:microsoft.com/office/officeart/2018/2/layout/IconCircleList"/>
    <dgm:cxn modelId="{85E30A02-5519-4726-916E-7AA13BE507F4}" type="presParOf" srcId="{728A8F5A-33F3-4D76-9250-BFD7E9B8602E}" destId="{9EA3F580-E22E-4194-AC0B-B650BD93BABC}" srcOrd="0" destOrd="0" presId="urn:microsoft.com/office/officeart/2018/2/layout/IconCircleList"/>
    <dgm:cxn modelId="{27B6CBFE-900A-4F79-A89F-92A55E74493D}" type="presParOf" srcId="{728A8F5A-33F3-4D76-9250-BFD7E9B8602E}" destId="{E27E680A-51B3-45FB-B66E-1BD6B1F6FF79}" srcOrd="1" destOrd="0" presId="urn:microsoft.com/office/officeart/2018/2/layout/IconCircleList"/>
    <dgm:cxn modelId="{E03844CC-5F30-4609-B2EF-7E73CBC05AB1}" type="presParOf" srcId="{728A8F5A-33F3-4D76-9250-BFD7E9B8602E}" destId="{25887A58-D6D8-4564-B513-591B322396E7}" srcOrd="2" destOrd="0" presId="urn:microsoft.com/office/officeart/2018/2/layout/IconCircleList"/>
    <dgm:cxn modelId="{D206796D-3A45-4EEF-84B4-8A4002238C93}" type="presParOf" srcId="{728A8F5A-33F3-4D76-9250-BFD7E9B8602E}" destId="{AAAEE499-CF8D-4A45-9409-747C1C580F9E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3FC41F9-061C-41AC-9226-4670414ABBB3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DFEF3CB-A935-48CB-A3E6-A8742FF00A4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sz="1100" dirty="0">
              <a:solidFill>
                <a:srgbClr val="444444"/>
              </a:solidFill>
              <a:latin typeface="Calibri"/>
              <a:ea typeface="Calibri"/>
              <a:cs typeface="Calibri"/>
            </a:rPr>
            <a:t>Combines</a:t>
          </a:r>
          <a:r>
            <a:rPr lang="en-US" sz="1100" b="0" dirty="0">
              <a:solidFill>
                <a:srgbClr val="444444"/>
              </a:solidFill>
              <a:latin typeface="Calibri"/>
              <a:ea typeface="Calibri"/>
              <a:cs typeface="Calibri"/>
            </a:rPr>
            <a:t> </a:t>
          </a:r>
          <a:r>
            <a:rPr lang="en-US" sz="1100" dirty="0">
              <a:solidFill>
                <a:srgbClr val="444444"/>
              </a:solidFill>
              <a:latin typeface="Calibri"/>
              <a:ea typeface="Calibri"/>
              <a:cs typeface="Calibri"/>
            </a:rPr>
            <a:t>blockchain technology with moving devices.</a:t>
          </a:r>
        </a:p>
      </dgm:t>
    </dgm:pt>
    <dgm:pt modelId="{131F21A0-1FEE-4C8B-AF32-6A2D2C6740C4}" type="parTrans" cxnId="{F8607C83-BDB0-461D-A412-86673056EE32}">
      <dgm:prSet/>
      <dgm:spPr/>
      <dgm:t>
        <a:bodyPr/>
        <a:lstStyle/>
        <a:p>
          <a:endParaRPr lang="en-US"/>
        </a:p>
      </dgm:t>
    </dgm:pt>
    <dgm:pt modelId="{B98AEC2A-5077-4035-A621-7F95BFE78C1E}" type="sibTrans" cxnId="{F8607C83-BDB0-461D-A412-86673056EE3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4F3BCF8-8EF5-4340-BC52-A8C133AA832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sz="1100" dirty="0">
              <a:solidFill>
                <a:srgbClr val="444444"/>
              </a:solidFill>
              <a:latin typeface="Calibri"/>
              <a:ea typeface="Calibri"/>
              <a:cs typeface="Calibri"/>
            </a:rPr>
            <a:t>Each vehicle acts as a node to store </a:t>
          </a:r>
          <a:r>
            <a:rPr lang="en-US" sz="1100" b="0" dirty="0">
              <a:solidFill>
                <a:srgbClr val="444444"/>
              </a:solidFill>
              <a:latin typeface="Calibri"/>
              <a:ea typeface="Calibri"/>
              <a:cs typeface="Calibri"/>
            </a:rPr>
            <a:t>and verify </a:t>
          </a:r>
          <a:r>
            <a:rPr lang="en-US" sz="1100" dirty="0">
              <a:solidFill>
                <a:srgbClr val="444444"/>
              </a:solidFill>
              <a:latin typeface="Calibri"/>
              <a:ea typeface="Calibri"/>
              <a:cs typeface="Calibri"/>
            </a:rPr>
            <a:t>data.</a:t>
          </a:r>
        </a:p>
      </dgm:t>
    </dgm:pt>
    <dgm:pt modelId="{EB45933D-96E3-4D8A-BAB0-B60F3411D51E}" type="parTrans" cxnId="{168FCBB2-B25D-455C-A822-2A388BDE4E45}">
      <dgm:prSet/>
      <dgm:spPr/>
      <dgm:t>
        <a:bodyPr/>
        <a:lstStyle/>
        <a:p>
          <a:endParaRPr lang="en-US"/>
        </a:p>
      </dgm:t>
    </dgm:pt>
    <dgm:pt modelId="{C0747037-0DF3-46F0-B070-BF5E68DF629E}" type="sibTrans" cxnId="{168FCBB2-B25D-455C-A822-2A388BDE4E4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256BCCC-026B-4E86-AC45-97EBE5C7BA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sz="1100" dirty="0">
              <a:solidFill>
                <a:srgbClr val="444444"/>
              </a:solidFill>
              <a:latin typeface="Calibri"/>
              <a:ea typeface="Calibri"/>
              <a:cs typeface="Calibri"/>
            </a:rPr>
            <a:t>Enables secure, decentralized communication between  vehicles.</a:t>
          </a:r>
        </a:p>
      </dgm:t>
    </dgm:pt>
    <dgm:pt modelId="{80E7C84C-B9CB-4728-BF03-3FA82C20846F}" type="parTrans" cxnId="{B1D9FF3B-CDC4-4E95-AE3E-E3CA97A9774F}">
      <dgm:prSet/>
      <dgm:spPr/>
      <dgm:t>
        <a:bodyPr/>
        <a:lstStyle/>
        <a:p>
          <a:endParaRPr lang="en-US"/>
        </a:p>
      </dgm:t>
    </dgm:pt>
    <dgm:pt modelId="{69C927B5-3BBB-4670-878C-9CC4F13CDDF2}" type="sibTrans" cxnId="{B1D9FF3B-CDC4-4E95-AE3E-E3CA97A9774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1FBD61E-ED21-4AE0-9319-1F8B3808C223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sz="1100" dirty="0">
              <a:solidFill>
                <a:srgbClr val="444444"/>
              </a:solidFill>
              <a:latin typeface="Calibri"/>
              <a:ea typeface="Calibri"/>
              <a:cs typeface="Calibri"/>
            </a:rPr>
            <a:t>Supports trusted data sharing </a:t>
          </a:r>
          <a:r>
            <a:rPr lang="en-US" sz="1100" b="0" dirty="0">
              <a:solidFill>
                <a:srgbClr val="444444"/>
              </a:solidFill>
              <a:latin typeface="Calibri"/>
              <a:ea typeface="Calibri"/>
              <a:cs typeface="Calibri"/>
            </a:rPr>
            <a:t>and payments</a:t>
          </a:r>
          <a:r>
            <a:rPr lang="en-US" sz="1100" dirty="0">
              <a:solidFill>
                <a:srgbClr val="444444"/>
              </a:solidFill>
              <a:latin typeface="Calibri"/>
              <a:ea typeface="Calibri"/>
              <a:cs typeface="Calibri"/>
            </a:rPr>
            <a:t>.</a:t>
          </a:r>
        </a:p>
      </dgm:t>
    </dgm:pt>
    <dgm:pt modelId="{0E43BA53-946C-4D0E-8262-E037D878F411}" type="parTrans" cxnId="{50FC0DF5-9E47-4041-B43E-86F5AD5A91BA}">
      <dgm:prSet/>
      <dgm:spPr/>
    </dgm:pt>
    <dgm:pt modelId="{A0474611-4EFA-4906-9730-122BE445EF78}" type="sibTrans" cxnId="{50FC0DF5-9E47-4041-B43E-86F5AD5A91B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767B5C3-3FC2-48F6-BDCA-31C3E759727A}" type="pres">
      <dgm:prSet presAssocID="{A3FC41F9-061C-41AC-9226-4670414ABBB3}" presName="root" presStyleCnt="0">
        <dgm:presLayoutVars>
          <dgm:dir/>
          <dgm:resizeHandles val="exact"/>
        </dgm:presLayoutVars>
      </dgm:prSet>
      <dgm:spPr/>
    </dgm:pt>
    <dgm:pt modelId="{99B7C9F4-2273-4EF9-8FBF-158C1E72E065}" type="pres">
      <dgm:prSet presAssocID="{A3FC41F9-061C-41AC-9226-4670414ABBB3}" presName="container" presStyleCnt="0">
        <dgm:presLayoutVars>
          <dgm:dir/>
          <dgm:resizeHandles val="exact"/>
        </dgm:presLayoutVars>
      </dgm:prSet>
      <dgm:spPr/>
    </dgm:pt>
    <dgm:pt modelId="{46B234DE-C82E-4F40-8AEA-7D4007878630}" type="pres">
      <dgm:prSet presAssocID="{8DFEF3CB-A935-48CB-A3E6-A8742FF00A42}" presName="compNode" presStyleCnt="0"/>
      <dgm:spPr/>
    </dgm:pt>
    <dgm:pt modelId="{AC287E09-31DC-4B6A-8B7D-FFA7CC04B73A}" type="pres">
      <dgm:prSet presAssocID="{8DFEF3CB-A935-48CB-A3E6-A8742FF00A42}" presName="iconBgRect" presStyleLbl="bgShp" presStyleIdx="0" presStyleCnt="4"/>
      <dgm:spPr/>
    </dgm:pt>
    <dgm:pt modelId="{12009AD9-3B23-4CC8-A88F-D6C972640FE1}" type="pres">
      <dgm:prSet presAssocID="{8DFEF3CB-A935-48CB-A3E6-A8742FF00A42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67927142-1E40-4174-BE36-AEBC5178714C}" type="pres">
      <dgm:prSet presAssocID="{8DFEF3CB-A935-48CB-A3E6-A8742FF00A42}" presName="spaceRect" presStyleCnt="0"/>
      <dgm:spPr/>
    </dgm:pt>
    <dgm:pt modelId="{AF151A1C-B77F-434C-B4BD-4F4C580A4FDB}" type="pres">
      <dgm:prSet presAssocID="{8DFEF3CB-A935-48CB-A3E6-A8742FF00A42}" presName="textRect" presStyleLbl="revTx" presStyleIdx="0" presStyleCnt="4">
        <dgm:presLayoutVars>
          <dgm:chMax val="1"/>
          <dgm:chPref val="1"/>
        </dgm:presLayoutVars>
      </dgm:prSet>
      <dgm:spPr/>
    </dgm:pt>
    <dgm:pt modelId="{C00D3F6E-2D3B-4C2E-B034-A96B9EAE7015}" type="pres">
      <dgm:prSet presAssocID="{B98AEC2A-5077-4035-A621-7F95BFE78C1E}" presName="sibTrans" presStyleLbl="sibTrans2D1" presStyleIdx="0" presStyleCnt="0"/>
      <dgm:spPr/>
    </dgm:pt>
    <dgm:pt modelId="{DD3631F3-36D5-49B8-9ABC-C12DF2B894B7}" type="pres">
      <dgm:prSet presAssocID="{C4F3BCF8-8EF5-4340-BC52-A8C133AA8325}" presName="compNode" presStyleCnt="0"/>
      <dgm:spPr/>
    </dgm:pt>
    <dgm:pt modelId="{C4AC6C53-D7C2-4E73-A0E6-A3D671A346D5}" type="pres">
      <dgm:prSet presAssocID="{C4F3BCF8-8EF5-4340-BC52-A8C133AA8325}" presName="iconBgRect" presStyleLbl="bgShp" presStyleIdx="1" presStyleCnt="4"/>
      <dgm:spPr/>
    </dgm:pt>
    <dgm:pt modelId="{5E2E8111-AFEA-4297-A94A-7C98B8408D48}" type="pres">
      <dgm:prSet presAssocID="{C4F3BCF8-8EF5-4340-BC52-A8C133AA832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ng Tools"/>
        </a:ext>
      </dgm:extLst>
    </dgm:pt>
    <dgm:pt modelId="{C4E376CA-23FD-4765-8D1F-3FD49D5C33E0}" type="pres">
      <dgm:prSet presAssocID="{C4F3BCF8-8EF5-4340-BC52-A8C133AA8325}" presName="spaceRect" presStyleCnt="0"/>
      <dgm:spPr/>
    </dgm:pt>
    <dgm:pt modelId="{706B2AD5-52B2-4AFA-8979-C51B1AAFB2B8}" type="pres">
      <dgm:prSet presAssocID="{C4F3BCF8-8EF5-4340-BC52-A8C133AA8325}" presName="textRect" presStyleLbl="revTx" presStyleIdx="1" presStyleCnt="4">
        <dgm:presLayoutVars>
          <dgm:chMax val="1"/>
          <dgm:chPref val="1"/>
        </dgm:presLayoutVars>
      </dgm:prSet>
      <dgm:spPr/>
    </dgm:pt>
    <dgm:pt modelId="{72337001-547F-4BBF-869B-AF9C07FE390D}" type="pres">
      <dgm:prSet presAssocID="{C0747037-0DF3-46F0-B070-BF5E68DF629E}" presName="sibTrans" presStyleLbl="sibTrans2D1" presStyleIdx="0" presStyleCnt="0"/>
      <dgm:spPr/>
    </dgm:pt>
    <dgm:pt modelId="{728A8F5A-33F3-4D76-9250-BFD7E9B8602E}" type="pres">
      <dgm:prSet presAssocID="{5256BCCC-026B-4E86-AC45-97EBE5C7BA1F}" presName="compNode" presStyleCnt="0"/>
      <dgm:spPr/>
    </dgm:pt>
    <dgm:pt modelId="{9EA3F580-E22E-4194-AC0B-B650BD93BABC}" type="pres">
      <dgm:prSet presAssocID="{5256BCCC-026B-4E86-AC45-97EBE5C7BA1F}" presName="iconBgRect" presStyleLbl="bgShp" presStyleIdx="2" presStyleCnt="4"/>
      <dgm:spPr/>
    </dgm:pt>
    <dgm:pt modelId="{E27E680A-51B3-45FB-B66E-1BD6B1F6FF79}" type="pres">
      <dgm:prSet presAssocID="{5256BCCC-026B-4E86-AC45-97EBE5C7BA1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25887A58-D6D8-4564-B513-591B322396E7}" type="pres">
      <dgm:prSet presAssocID="{5256BCCC-026B-4E86-AC45-97EBE5C7BA1F}" presName="spaceRect" presStyleCnt="0"/>
      <dgm:spPr/>
    </dgm:pt>
    <dgm:pt modelId="{AAAEE499-CF8D-4A45-9409-747C1C580F9E}" type="pres">
      <dgm:prSet presAssocID="{5256BCCC-026B-4E86-AC45-97EBE5C7BA1F}" presName="textRect" presStyleLbl="revTx" presStyleIdx="2" presStyleCnt="4">
        <dgm:presLayoutVars>
          <dgm:chMax val="1"/>
          <dgm:chPref val="1"/>
        </dgm:presLayoutVars>
      </dgm:prSet>
      <dgm:spPr/>
    </dgm:pt>
    <dgm:pt modelId="{DA35A4C1-BEA9-4B81-A10D-8D5E48BDFAC3}" type="pres">
      <dgm:prSet presAssocID="{69C927B5-3BBB-4670-878C-9CC4F13CDDF2}" presName="sibTrans" presStyleLbl="sibTrans2D1" presStyleIdx="0" presStyleCnt="0"/>
      <dgm:spPr/>
    </dgm:pt>
    <dgm:pt modelId="{E9EEE476-A9D7-4E2B-8EAF-82DFC537F0B6}" type="pres">
      <dgm:prSet presAssocID="{C1FBD61E-ED21-4AE0-9319-1F8B3808C223}" presName="compNode" presStyleCnt="0"/>
      <dgm:spPr/>
    </dgm:pt>
    <dgm:pt modelId="{9271D207-6F84-4608-97AC-656E77618E91}" type="pres">
      <dgm:prSet presAssocID="{C1FBD61E-ED21-4AE0-9319-1F8B3808C223}" presName="iconBgRect" presStyleLbl="bgShp" presStyleIdx="3" presStyleCnt="4"/>
      <dgm:spPr/>
    </dgm:pt>
    <dgm:pt modelId="{DEAC0194-FDA0-4832-8B7E-B98E57F5CE35}" type="pres">
      <dgm:prSet presAssocID="{C1FBD61E-ED21-4AE0-9319-1F8B3808C223}" presName="iconRect" presStyleLbl="node1" presStyleIdx="3" presStyleCnt="4"/>
      <dgm:spPr/>
    </dgm:pt>
    <dgm:pt modelId="{6D3AB233-52D7-4203-8F45-C2B749FA09A0}" type="pres">
      <dgm:prSet presAssocID="{C1FBD61E-ED21-4AE0-9319-1F8B3808C223}" presName="spaceRect" presStyleCnt="0"/>
      <dgm:spPr/>
    </dgm:pt>
    <dgm:pt modelId="{7E4C7610-1D44-4402-9B3F-6253864465A2}" type="pres">
      <dgm:prSet presAssocID="{C1FBD61E-ED21-4AE0-9319-1F8B3808C22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863F711-0D68-4971-A78A-C43C003D72EC}" type="presOf" srcId="{C1FBD61E-ED21-4AE0-9319-1F8B3808C223}" destId="{7E4C7610-1D44-4402-9B3F-6253864465A2}" srcOrd="0" destOrd="0" presId="urn:microsoft.com/office/officeart/2018/2/layout/IconCircleList"/>
    <dgm:cxn modelId="{1C115526-82A3-49B4-9D6C-DF7CEA3FC544}" type="presOf" srcId="{8DFEF3CB-A935-48CB-A3E6-A8742FF00A42}" destId="{AF151A1C-B77F-434C-B4BD-4F4C580A4FDB}" srcOrd="0" destOrd="0" presId="urn:microsoft.com/office/officeart/2018/2/layout/IconCircleList"/>
    <dgm:cxn modelId="{78085827-EE98-4DED-B5A7-40FCEA7BA626}" type="presOf" srcId="{C0747037-0DF3-46F0-B070-BF5E68DF629E}" destId="{72337001-547F-4BBF-869B-AF9C07FE390D}" srcOrd="0" destOrd="0" presId="urn:microsoft.com/office/officeart/2018/2/layout/IconCircleList"/>
    <dgm:cxn modelId="{9A15FF2B-DEBD-4C33-A90E-7B6E0507D64E}" type="presOf" srcId="{B98AEC2A-5077-4035-A621-7F95BFE78C1E}" destId="{C00D3F6E-2D3B-4C2E-B034-A96B9EAE7015}" srcOrd="0" destOrd="0" presId="urn:microsoft.com/office/officeart/2018/2/layout/IconCircleList"/>
    <dgm:cxn modelId="{B1D9FF3B-CDC4-4E95-AE3E-E3CA97A9774F}" srcId="{A3FC41F9-061C-41AC-9226-4670414ABBB3}" destId="{5256BCCC-026B-4E86-AC45-97EBE5C7BA1F}" srcOrd="2" destOrd="0" parTransId="{80E7C84C-B9CB-4728-BF03-3FA82C20846F}" sibTransId="{69C927B5-3BBB-4670-878C-9CC4F13CDDF2}"/>
    <dgm:cxn modelId="{DDCC9652-1CB2-4C09-AA7A-A1362F6195DF}" type="presOf" srcId="{C4F3BCF8-8EF5-4340-BC52-A8C133AA8325}" destId="{706B2AD5-52B2-4AFA-8979-C51B1AAFB2B8}" srcOrd="0" destOrd="0" presId="urn:microsoft.com/office/officeart/2018/2/layout/IconCircleList"/>
    <dgm:cxn modelId="{F8607C83-BDB0-461D-A412-86673056EE32}" srcId="{A3FC41F9-061C-41AC-9226-4670414ABBB3}" destId="{8DFEF3CB-A935-48CB-A3E6-A8742FF00A42}" srcOrd="0" destOrd="0" parTransId="{131F21A0-1FEE-4C8B-AF32-6A2D2C6740C4}" sibTransId="{B98AEC2A-5077-4035-A621-7F95BFE78C1E}"/>
    <dgm:cxn modelId="{046CAA93-3B7E-4247-99E9-070D2EDB9198}" type="presOf" srcId="{69C927B5-3BBB-4670-878C-9CC4F13CDDF2}" destId="{DA35A4C1-BEA9-4B81-A10D-8D5E48BDFAC3}" srcOrd="0" destOrd="0" presId="urn:microsoft.com/office/officeart/2018/2/layout/IconCircleList"/>
    <dgm:cxn modelId="{168FCBB2-B25D-455C-A822-2A388BDE4E45}" srcId="{A3FC41F9-061C-41AC-9226-4670414ABBB3}" destId="{C4F3BCF8-8EF5-4340-BC52-A8C133AA8325}" srcOrd="1" destOrd="0" parTransId="{EB45933D-96E3-4D8A-BAB0-B60F3411D51E}" sibTransId="{C0747037-0DF3-46F0-B070-BF5E68DF629E}"/>
    <dgm:cxn modelId="{4A586ED1-D8A6-4CA9-AF56-A5C6678B11FC}" type="presOf" srcId="{5256BCCC-026B-4E86-AC45-97EBE5C7BA1F}" destId="{AAAEE499-CF8D-4A45-9409-747C1C580F9E}" srcOrd="0" destOrd="0" presId="urn:microsoft.com/office/officeart/2018/2/layout/IconCircleList"/>
    <dgm:cxn modelId="{6FDA39E6-FD78-4BCF-BFE6-35A48B5D3B8C}" type="presOf" srcId="{A3FC41F9-061C-41AC-9226-4670414ABBB3}" destId="{3767B5C3-3FC2-48F6-BDCA-31C3E759727A}" srcOrd="0" destOrd="0" presId="urn:microsoft.com/office/officeart/2018/2/layout/IconCircleList"/>
    <dgm:cxn modelId="{50FC0DF5-9E47-4041-B43E-86F5AD5A91BA}" srcId="{A3FC41F9-061C-41AC-9226-4670414ABBB3}" destId="{C1FBD61E-ED21-4AE0-9319-1F8B3808C223}" srcOrd="3" destOrd="0" parTransId="{0E43BA53-946C-4D0E-8262-E037D878F411}" sibTransId="{A0474611-4EFA-4906-9730-122BE445EF78}"/>
    <dgm:cxn modelId="{BEC721D9-5B50-4332-8B82-DB3381EBD0A7}" type="presParOf" srcId="{3767B5C3-3FC2-48F6-BDCA-31C3E759727A}" destId="{99B7C9F4-2273-4EF9-8FBF-158C1E72E065}" srcOrd="0" destOrd="0" presId="urn:microsoft.com/office/officeart/2018/2/layout/IconCircleList"/>
    <dgm:cxn modelId="{67D13BD9-F34E-46B9-BF2A-515AE79E7029}" type="presParOf" srcId="{99B7C9F4-2273-4EF9-8FBF-158C1E72E065}" destId="{46B234DE-C82E-4F40-8AEA-7D4007878630}" srcOrd="0" destOrd="0" presId="urn:microsoft.com/office/officeart/2018/2/layout/IconCircleList"/>
    <dgm:cxn modelId="{D4724829-7B37-489C-8B9C-3EBC599C056D}" type="presParOf" srcId="{46B234DE-C82E-4F40-8AEA-7D4007878630}" destId="{AC287E09-31DC-4B6A-8B7D-FFA7CC04B73A}" srcOrd="0" destOrd="0" presId="urn:microsoft.com/office/officeart/2018/2/layout/IconCircleList"/>
    <dgm:cxn modelId="{7D6FEEB5-16CB-48B0-8B1C-140D3EBB6975}" type="presParOf" srcId="{46B234DE-C82E-4F40-8AEA-7D4007878630}" destId="{12009AD9-3B23-4CC8-A88F-D6C972640FE1}" srcOrd="1" destOrd="0" presId="urn:microsoft.com/office/officeart/2018/2/layout/IconCircleList"/>
    <dgm:cxn modelId="{3696D31A-638A-4812-B297-ED7DC7D8DC00}" type="presParOf" srcId="{46B234DE-C82E-4F40-8AEA-7D4007878630}" destId="{67927142-1E40-4174-BE36-AEBC5178714C}" srcOrd="2" destOrd="0" presId="urn:microsoft.com/office/officeart/2018/2/layout/IconCircleList"/>
    <dgm:cxn modelId="{1FF4AE5B-E7B5-4AAF-B249-C1C573C8BF29}" type="presParOf" srcId="{46B234DE-C82E-4F40-8AEA-7D4007878630}" destId="{AF151A1C-B77F-434C-B4BD-4F4C580A4FDB}" srcOrd="3" destOrd="0" presId="urn:microsoft.com/office/officeart/2018/2/layout/IconCircleList"/>
    <dgm:cxn modelId="{2EDF3D61-5490-4BAC-99F3-3B0824C8A2A6}" type="presParOf" srcId="{99B7C9F4-2273-4EF9-8FBF-158C1E72E065}" destId="{C00D3F6E-2D3B-4C2E-B034-A96B9EAE7015}" srcOrd="1" destOrd="0" presId="urn:microsoft.com/office/officeart/2018/2/layout/IconCircleList"/>
    <dgm:cxn modelId="{C1D990EF-2FD5-4B05-9077-14333FF92731}" type="presParOf" srcId="{99B7C9F4-2273-4EF9-8FBF-158C1E72E065}" destId="{DD3631F3-36D5-49B8-9ABC-C12DF2B894B7}" srcOrd="2" destOrd="0" presId="urn:microsoft.com/office/officeart/2018/2/layout/IconCircleList"/>
    <dgm:cxn modelId="{226B1C30-4F2C-40BC-B22F-15098232AEEC}" type="presParOf" srcId="{DD3631F3-36D5-49B8-9ABC-C12DF2B894B7}" destId="{C4AC6C53-D7C2-4E73-A0E6-A3D671A346D5}" srcOrd="0" destOrd="0" presId="urn:microsoft.com/office/officeart/2018/2/layout/IconCircleList"/>
    <dgm:cxn modelId="{CDBCAAC9-3391-45B5-8F65-8D88015B9B21}" type="presParOf" srcId="{DD3631F3-36D5-49B8-9ABC-C12DF2B894B7}" destId="{5E2E8111-AFEA-4297-A94A-7C98B8408D48}" srcOrd="1" destOrd="0" presId="urn:microsoft.com/office/officeart/2018/2/layout/IconCircleList"/>
    <dgm:cxn modelId="{4DEF512A-533B-4B7D-9E00-450F23304E43}" type="presParOf" srcId="{DD3631F3-36D5-49B8-9ABC-C12DF2B894B7}" destId="{C4E376CA-23FD-4765-8D1F-3FD49D5C33E0}" srcOrd="2" destOrd="0" presId="urn:microsoft.com/office/officeart/2018/2/layout/IconCircleList"/>
    <dgm:cxn modelId="{BCA906B3-BEDA-4172-85DB-05DDFDEBF1AA}" type="presParOf" srcId="{DD3631F3-36D5-49B8-9ABC-C12DF2B894B7}" destId="{706B2AD5-52B2-4AFA-8979-C51B1AAFB2B8}" srcOrd="3" destOrd="0" presId="urn:microsoft.com/office/officeart/2018/2/layout/IconCircleList"/>
    <dgm:cxn modelId="{F0F78D7D-60C5-4FBC-B369-D97F09E24D7D}" type="presParOf" srcId="{99B7C9F4-2273-4EF9-8FBF-158C1E72E065}" destId="{72337001-547F-4BBF-869B-AF9C07FE390D}" srcOrd="3" destOrd="0" presId="urn:microsoft.com/office/officeart/2018/2/layout/IconCircleList"/>
    <dgm:cxn modelId="{E74B94A7-BBD4-443F-AEED-EFDD2A346DD6}" type="presParOf" srcId="{99B7C9F4-2273-4EF9-8FBF-158C1E72E065}" destId="{728A8F5A-33F3-4D76-9250-BFD7E9B8602E}" srcOrd="4" destOrd="0" presId="urn:microsoft.com/office/officeart/2018/2/layout/IconCircleList"/>
    <dgm:cxn modelId="{53AB1E44-CACD-435E-955E-86FEE56DFC67}" type="presParOf" srcId="{728A8F5A-33F3-4D76-9250-BFD7E9B8602E}" destId="{9EA3F580-E22E-4194-AC0B-B650BD93BABC}" srcOrd="0" destOrd="0" presId="urn:microsoft.com/office/officeart/2018/2/layout/IconCircleList"/>
    <dgm:cxn modelId="{E9209815-C2A6-478C-83D1-1AFBB76D137E}" type="presParOf" srcId="{728A8F5A-33F3-4D76-9250-BFD7E9B8602E}" destId="{E27E680A-51B3-45FB-B66E-1BD6B1F6FF79}" srcOrd="1" destOrd="0" presId="urn:microsoft.com/office/officeart/2018/2/layout/IconCircleList"/>
    <dgm:cxn modelId="{525A4FEB-193C-4E08-ABB3-56C75AF43034}" type="presParOf" srcId="{728A8F5A-33F3-4D76-9250-BFD7E9B8602E}" destId="{25887A58-D6D8-4564-B513-591B322396E7}" srcOrd="2" destOrd="0" presId="urn:microsoft.com/office/officeart/2018/2/layout/IconCircleList"/>
    <dgm:cxn modelId="{F70C5E63-3A1B-4073-8788-B86BDF218EAC}" type="presParOf" srcId="{728A8F5A-33F3-4D76-9250-BFD7E9B8602E}" destId="{AAAEE499-CF8D-4A45-9409-747C1C580F9E}" srcOrd="3" destOrd="0" presId="urn:microsoft.com/office/officeart/2018/2/layout/IconCircleList"/>
    <dgm:cxn modelId="{3229EF5C-F64B-483B-89C7-0DD94987DFC8}" type="presParOf" srcId="{99B7C9F4-2273-4EF9-8FBF-158C1E72E065}" destId="{DA35A4C1-BEA9-4B81-A10D-8D5E48BDFAC3}" srcOrd="5" destOrd="0" presId="urn:microsoft.com/office/officeart/2018/2/layout/IconCircleList"/>
    <dgm:cxn modelId="{1254BF06-5FA4-4286-B078-FCCCF1B04348}" type="presParOf" srcId="{99B7C9F4-2273-4EF9-8FBF-158C1E72E065}" destId="{E9EEE476-A9D7-4E2B-8EAF-82DFC537F0B6}" srcOrd="6" destOrd="0" presId="urn:microsoft.com/office/officeart/2018/2/layout/IconCircleList"/>
    <dgm:cxn modelId="{2B1AA31F-8F75-4F68-B4A1-22932AEF1263}" type="presParOf" srcId="{E9EEE476-A9D7-4E2B-8EAF-82DFC537F0B6}" destId="{9271D207-6F84-4608-97AC-656E77618E91}" srcOrd="0" destOrd="0" presId="urn:microsoft.com/office/officeart/2018/2/layout/IconCircleList"/>
    <dgm:cxn modelId="{E10D88F9-806D-41B4-8AEA-AA1D016FA345}" type="presParOf" srcId="{E9EEE476-A9D7-4E2B-8EAF-82DFC537F0B6}" destId="{DEAC0194-FDA0-4832-8B7E-B98E57F5CE35}" srcOrd="1" destOrd="0" presId="urn:microsoft.com/office/officeart/2018/2/layout/IconCircleList"/>
    <dgm:cxn modelId="{F3D23B5F-3D6A-48CE-9483-1CE5EC653AF2}" type="presParOf" srcId="{E9EEE476-A9D7-4E2B-8EAF-82DFC537F0B6}" destId="{6D3AB233-52D7-4203-8F45-C2B749FA09A0}" srcOrd="2" destOrd="0" presId="urn:microsoft.com/office/officeart/2018/2/layout/IconCircleList"/>
    <dgm:cxn modelId="{C23B40CC-C2D8-4B73-A263-0ADB90871BDA}" type="presParOf" srcId="{E9EEE476-A9D7-4E2B-8EAF-82DFC537F0B6}" destId="{7E4C7610-1D44-4402-9B3F-6253864465A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8AB4800-E4A7-4B0E-9104-9844DB12FBA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EEAA4EF-216A-4977-9222-70278C0151AE}">
      <dgm:prSet/>
      <dgm:spPr/>
      <dgm:t>
        <a:bodyPr/>
        <a:lstStyle/>
        <a:p>
          <a:r>
            <a:rPr lang="en-US" b="1"/>
            <a:t>Bidding-based mechanism</a:t>
          </a:r>
          <a:r>
            <a:rPr lang="en-US"/>
            <a:t> for buying or selling resources.</a:t>
          </a:r>
        </a:p>
      </dgm:t>
    </dgm:pt>
    <dgm:pt modelId="{14B2A220-596D-4D8E-8852-AA2835B98524}" type="parTrans" cxnId="{0B46FBA3-2DC0-4C62-B99B-6B9CF95A5BB8}">
      <dgm:prSet/>
      <dgm:spPr/>
      <dgm:t>
        <a:bodyPr/>
        <a:lstStyle/>
        <a:p>
          <a:endParaRPr lang="en-US"/>
        </a:p>
      </dgm:t>
    </dgm:pt>
    <dgm:pt modelId="{1229EFA5-249F-4D01-A645-65DBE4E20356}" type="sibTrans" cxnId="{0B46FBA3-2DC0-4C62-B99B-6B9CF95A5BB8}">
      <dgm:prSet/>
      <dgm:spPr/>
      <dgm:t>
        <a:bodyPr/>
        <a:lstStyle/>
        <a:p>
          <a:endParaRPr lang="en-US"/>
        </a:p>
      </dgm:t>
    </dgm:pt>
    <dgm:pt modelId="{B5BB311E-A754-446D-87AA-F380CD010DA7}">
      <dgm:prSet/>
      <dgm:spPr/>
      <dgm:t>
        <a:bodyPr/>
        <a:lstStyle/>
        <a:p>
          <a:r>
            <a:rPr lang="en-US" b="1"/>
            <a:t>Participants place bids</a:t>
          </a:r>
          <a:r>
            <a:rPr lang="en-US"/>
            <a:t> to compete for limited assets.</a:t>
          </a:r>
        </a:p>
      </dgm:t>
    </dgm:pt>
    <dgm:pt modelId="{6DDF18DC-C9CB-4F7D-A7BB-F0E01AE03D95}" type="parTrans" cxnId="{FA70E2CC-AC8C-4959-B1B7-4C75499E8F82}">
      <dgm:prSet/>
      <dgm:spPr/>
      <dgm:t>
        <a:bodyPr/>
        <a:lstStyle/>
        <a:p>
          <a:endParaRPr lang="en-US"/>
        </a:p>
      </dgm:t>
    </dgm:pt>
    <dgm:pt modelId="{FC4AFA57-66A5-4F6F-A8F4-FE024E352A1F}" type="sibTrans" cxnId="{FA70E2CC-AC8C-4959-B1B7-4C75499E8F82}">
      <dgm:prSet/>
      <dgm:spPr/>
      <dgm:t>
        <a:bodyPr/>
        <a:lstStyle/>
        <a:p>
          <a:endParaRPr lang="en-US"/>
        </a:p>
      </dgm:t>
    </dgm:pt>
    <dgm:pt modelId="{52BBA111-190E-40E5-A03D-60549B97545A}">
      <dgm:prSet/>
      <dgm:spPr/>
      <dgm:t>
        <a:bodyPr/>
        <a:lstStyle/>
        <a:p>
          <a:r>
            <a:rPr lang="en-US"/>
            <a:t>Ensures </a:t>
          </a:r>
          <a:r>
            <a:rPr lang="en-US" b="1"/>
            <a:t>fair, transparent, and efficient allocation</a:t>
          </a:r>
          <a:r>
            <a:rPr lang="en-US"/>
            <a:t>.</a:t>
          </a:r>
        </a:p>
      </dgm:t>
    </dgm:pt>
    <dgm:pt modelId="{CDF6BE7F-AC51-4EDD-AAE7-F61A63A3E611}" type="parTrans" cxnId="{A53386D1-1916-423C-B9FC-740E6279145C}">
      <dgm:prSet/>
      <dgm:spPr/>
      <dgm:t>
        <a:bodyPr/>
        <a:lstStyle/>
        <a:p>
          <a:endParaRPr lang="en-US"/>
        </a:p>
      </dgm:t>
    </dgm:pt>
    <dgm:pt modelId="{4CB12EB9-9AB1-4DB7-A02E-B04F116817C4}" type="sibTrans" cxnId="{A53386D1-1916-423C-B9FC-740E6279145C}">
      <dgm:prSet/>
      <dgm:spPr/>
      <dgm:t>
        <a:bodyPr/>
        <a:lstStyle/>
        <a:p>
          <a:endParaRPr lang="en-US"/>
        </a:p>
      </dgm:t>
    </dgm:pt>
    <dgm:pt modelId="{203F6F93-EF4A-4472-88E6-1E5B174C79A0}">
      <dgm:prSet/>
      <dgm:spPr/>
      <dgm:t>
        <a:bodyPr/>
        <a:lstStyle/>
        <a:p>
          <a:r>
            <a:rPr lang="en-US"/>
            <a:t>Widely used in </a:t>
          </a:r>
          <a:r>
            <a:rPr lang="en-US" b="1"/>
            <a:t>blockchain and IoV</a:t>
          </a:r>
          <a:r>
            <a:rPr lang="en-US"/>
            <a:t> for resource management.</a:t>
          </a:r>
        </a:p>
      </dgm:t>
    </dgm:pt>
    <dgm:pt modelId="{123642B9-B288-429B-9E2E-C003C617DB34}" type="parTrans" cxnId="{01600B02-81DE-4F79-AC75-4AAFD2118E44}">
      <dgm:prSet/>
      <dgm:spPr/>
      <dgm:t>
        <a:bodyPr/>
        <a:lstStyle/>
        <a:p>
          <a:endParaRPr lang="en-US"/>
        </a:p>
      </dgm:t>
    </dgm:pt>
    <dgm:pt modelId="{5FAB93CF-D381-4992-98EE-FF1A35B6420F}" type="sibTrans" cxnId="{01600B02-81DE-4F79-AC75-4AAFD2118E44}">
      <dgm:prSet/>
      <dgm:spPr/>
      <dgm:t>
        <a:bodyPr/>
        <a:lstStyle/>
        <a:p>
          <a:endParaRPr lang="en-US"/>
        </a:p>
      </dgm:t>
    </dgm:pt>
    <dgm:pt modelId="{1777F381-A6EA-4E58-BA8B-7171F8A6CD52}" type="pres">
      <dgm:prSet presAssocID="{F8AB4800-E4A7-4B0E-9104-9844DB12FBA5}" presName="root" presStyleCnt="0">
        <dgm:presLayoutVars>
          <dgm:dir/>
          <dgm:resizeHandles val="exact"/>
        </dgm:presLayoutVars>
      </dgm:prSet>
      <dgm:spPr/>
    </dgm:pt>
    <dgm:pt modelId="{785DAA67-74A8-4739-87A5-49D4D4A3479F}" type="pres">
      <dgm:prSet presAssocID="{8EEAA4EF-216A-4977-9222-70278C0151AE}" presName="compNode" presStyleCnt="0"/>
      <dgm:spPr/>
    </dgm:pt>
    <dgm:pt modelId="{2ED631A1-272F-4592-AC3B-16260F81DCF3}" type="pres">
      <dgm:prSet presAssocID="{8EEAA4EF-216A-4977-9222-70278C0151A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er"/>
        </a:ext>
      </dgm:extLst>
    </dgm:pt>
    <dgm:pt modelId="{4CA2BA95-E231-406F-9D8A-FCFB53944610}" type="pres">
      <dgm:prSet presAssocID="{8EEAA4EF-216A-4977-9222-70278C0151AE}" presName="spaceRect" presStyleCnt="0"/>
      <dgm:spPr/>
    </dgm:pt>
    <dgm:pt modelId="{1421F5EC-1F4D-4569-80E3-A4F06BCF94CE}" type="pres">
      <dgm:prSet presAssocID="{8EEAA4EF-216A-4977-9222-70278C0151AE}" presName="textRect" presStyleLbl="revTx" presStyleIdx="0" presStyleCnt="4">
        <dgm:presLayoutVars>
          <dgm:chMax val="1"/>
          <dgm:chPref val="1"/>
        </dgm:presLayoutVars>
      </dgm:prSet>
      <dgm:spPr/>
    </dgm:pt>
    <dgm:pt modelId="{A3E305D6-48A0-464F-AA6B-2D2B7F43E14C}" type="pres">
      <dgm:prSet presAssocID="{1229EFA5-249F-4D01-A645-65DBE4E20356}" presName="sibTrans" presStyleCnt="0"/>
      <dgm:spPr/>
    </dgm:pt>
    <dgm:pt modelId="{019D873A-D465-4A83-8DC7-F832C5DC709F}" type="pres">
      <dgm:prSet presAssocID="{B5BB311E-A754-446D-87AA-F380CD010DA7}" presName="compNode" presStyleCnt="0"/>
      <dgm:spPr/>
    </dgm:pt>
    <dgm:pt modelId="{B94DA8B6-5667-494E-90C9-82697420FA52}" type="pres">
      <dgm:prSet presAssocID="{B5BB311E-A754-446D-87AA-F380CD010DA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ophy"/>
        </a:ext>
      </dgm:extLst>
    </dgm:pt>
    <dgm:pt modelId="{4178A9CD-1D30-4CC4-9C14-366ABD2DD61E}" type="pres">
      <dgm:prSet presAssocID="{B5BB311E-A754-446D-87AA-F380CD010DA7}" presName="spaceRect" presStyleCnt="0"/>
      <dgm:spPr/>
    </dgm:pt>
    <dgm:pt modelId="{DC65A710-1BC7-4CFE-B6B3-688D5B8737B8}" type="pres">
      <dgm:prSet presAssocID="{B5BB311E-A754-446D-87AA-F380CD010DA7}" presName="textRect" presStyleLbl="revTx" presStyleIdx="1" presStyleCnt="4">
        <dgm:presLayoutVars>
          <dgm:chMax val="1"/>
          <dgm:chPref val="1"/>
        </dgm:presLayoutVars>
      </dgm:prSet>
      <dgm:spPr/>
    </dgm:pt>
    <dgm:pt modelId="{0E8063A6-4DA7-40AF-9D66-64DC6ED8366F}" type="pres">
      <dgm:prSet presAssocID="{FC4AFA57-66A5-4F6F-A8F4-FE024E352A1F}" presName="sibTrans" presStyleCnt="0"/>
      <dgm:spPr/>
    </dgm:pt>
    <dgm:pt modelId="{7D0DCFAB-50CA-4449-96A5-2135E1C3EBAF}" type="pres">
      <dgm:prSet presAssocID="{52BBA111-190E-40E5-A03D-60549B97545A}" presName="compNode" presStyleCnt="0"/>
      <dgm:spPr/>
    </dgm:pt>
    <dgm:pt modelId="{ABCFB101-03F3-4D34-8EEB-0E802C89E366}" type="pres">
      <dgm:prSet presAssocID="{52BBA111-190E-40E5-A03D-60549B97545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44152A01-DB0F-4FFB-9DE7-B21B48C76198}" type="pres">
      <dgm:prSet presAssocID="{52BBA111-190E-40E5-A03D-60549B97545A}" presName="spaceRect" presStyleCnt="0"/>
      <dgm:spPr/>
    </dgm:pt>
    <dgm:pt modelId="{B8D4E999-31B2-4D9E-BB33-1656856F5966}" type="pres">
      <dgm:prSet presAssocID="{52BBA111-190E-40E5-A03D-60549B97545A}" presName="textRect" presStyleLbl="revTx" presStyleIdx="2" presStyleCnt="4">
        <dgm:presLayoutVars>
          <dgm:chMax val="1"/>
          <dgm:chPref val="1"/>
        </dgm:presLayoutVars>
      </dgm:prSet>
      <dgm:spPr/>
    </dgm:pt>
    <dgm:pt modelId="{33B5FAA9-9D88-405A-AD3C-EE36A4D353D5}" type="pres">
      <dgm:prSet presAssocID="{4CB12EB9-9AB1-4DB7-A02E-B04F116817C4}" presName="sibTrans" presStyleCnt="0"/>
      <dgm:spPr/>
    </dgm:pt>
    <dgm:pt modelId="{761CFCDD-D78E-4DBF-8E01-62FC560934D3}" type="pres">
      <dgm:prSet presAssocID="{203F6F93-EF4A-4472-88E6-1E5B174C79A0}" presName="compNode" presStyleCnt="0"/>
      <dgm:spPr/>
    </dgm:pt>
    <dgm:pt modelId="{6DCB1441-4460-4BF6-B62E-E5B839B3B152}" type="pres">
      <dgm:prSet presAssocID="{203F6F93-EF4A-4472-88E6-1E5B174C79A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86965478-3FEB-4F59-9CD5-BD9113EFA682}" type="pres">
      <dgm:prSet presAssocID="{203F6F93-EF4A-4472-88E6-1E5B174C79A0}" presName="spaceRect" presStyleCnt="0"/>
      <dgm:spPr/>
    </dgm:pt>
    <dgm:pt modelId="{1F547BD6-14CD-4B23-AF6E-1945DFB6BBF9}" type="pres">
      <dgm:prSet presAssocID="{203F6F93-EF4A-4472-88E6-1E5B174C79A0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1600B02-81DE-4F79-AC75-4AAFD2118E44}" srcId="{F8AB4800-E4A7-4B0E-9104-9844DB12FBA5}" destId="{203F6F93-EF4A-4472-88E6-1E5B174C79A0}" srcOrd="3" destOrd="0" parTransId="{123642B9-B288-429B-9E2E-C003C617DB34}" sibTransId="{5FAB93CF-D381-4992-98EE-FF1A35B6420F}"/>
    <dgm:cxn modelId="{D63B4304-7ECE-4E34-8DF8-D17B074A027B}" type="presOf" srcId="{B5BB311E-A754-446D-87AA-F380CD010DA7}" destId="{DC65A710-1BC7-4CFE-B6B3-688D5B8737B8}" srcOrd="0" destOrd="0" presId="urn:microsoft.com/office/officeart/2018/2/layout/IconLabelList"/>
    <dgm:cxn modelId="{3A99650B-C591-4757-9F84-13033BE0396E}" type="presOf" srcId="{8EEAA4EF-216A-4977-9222-70278C0151AE}" destId="{1421F5EC-1F4D-4569-80E3-A4F06BCF94CE}" srcOrd="0" destOrd="0" presId="urn:microsoft.com/office/officeart/2018/2/layout/IconLabelList"/>
    <dgm:cxn modelId="{D505C940-C9D9-44B3-A142-9BEA2E79E8D0}" type="presOf" srcId="{203F6F93-EF4A-4472-88E6-1E5B174C79A0}" destId="{1F547BD6-14CD-4B23-AF6E-1945DFB6BBF9}" srcOrd="0" destOrd="0" presId="urn:microsoft.com/office/officeart/2018/2/layout/IconLabelList"/>
    <dgm:cxn modelId="{A1624848-AECC-4314-8C87-696D980CC6DA}" type="presOf" srcId="{52BBA111-190E-40E5-A03D-60549B97545A}" destId="{B8D4E999-31B2-4D9E-BB33-1656856F5966}" srcOrd="0" destOrd="0" presId="urn:microsoft.com/office/officeart/2018/2/layout/IconLabelList"/>
    <dgm:cxn modelId="{D29D3A83-6C8D-4010-A302-6625608785B3}" type="presOf" srcId="{F8AB4800-E4A7-4B0E-9104-9844DB12FBA5}" destId="{1777F381-A6EA-4E58-BA8B-7171F8A6CD52}" srcOrd="0" destOrd="0" presId="urn:microsoft.com/office/officeart/2018/2/layout/IconLabelList"/>
    <dgm:cxn modelId="{0B46FBA3-2DC0-4C62-B99B-6B9CF95A5BB8}" srcId="{F8AB4800-E4A7-4B0E-9104-9844DB12FBA5}" destId="{8EEAA4EF-216A-4977-9222-70278C0151AE}" srcOrd="0" destOrd="0" parTransId="{14B2A220-596D-4D8E-8852-AA2835B98524}" sibTransId="{1229EFA5-249F-4D01-A645-65DBE4E20356}"/>
    <dgm:cxn modelId="{FA70E2CC-AC8C-4959-B1B7-4C75499E8F82}" srcId="{F8AB4800-E4A7-4B0E-9104-9844DB12FBA5}" destId="{B5BB311E-A754-446D-87AA-F380CD010DA7}" srcOrd="1" destOrd="0" parTransId="{6DDF18DC-C9CB-4F7D-A7BB-F0E01AE03D95}" sibTransId="{FC4AFA57-66A5-4F6F-A8F4-FE024E352A1F}"/>
    <dgm:cxn modelId="{A53386D1-1916-423C-B9FC-740E6279145C}" srcId="{F8AB4800-E4A7-4B0E-9104-9844DB12FBA5}" destId="{52BBA111-190E-40E5-A03D-60549B97545A}" srcOrd="2" destOrd="0" parTransId="{CDF6BE7F-AC51-4EDD-AAE7-F61A63A3E611}" sibTransId="{4CB12EB9-9AB1-4DB7-A02E-B04F116817C4}"/>
    <dgm:cxn modelId="{664811E8-BCC5-4F43-A6AF-AC50083240DA}" type="presParOf" srcId="{1777F381-A6EA-4E58-BA8B-7171F8A6CD52}" destId="{785DAA67-74A8-4739-87A5-49D4D4A3479F}" srcOrd="0" destOrd="0" presId="urn:microsoft.com/office/officeart/2018/2/layout/IconLabelList"/>
    <dgm:cxn modelId="{3AD3ED9E-A416-45B7-AA46-82E784FB766B}" type="presParOf" srcId="{785DAA67-74A8-4739-87A5-49D4D4A3479F}" destId="{2ED631A1-272F-4592-AC3B-16260F81DCF3}" srcOrd="0" destOrd="0" presId="urn:microsoft.com/office/officeart/2018/2/layout/IconLabelList"/>
    <dgm:cxn modelId="{F10EC66F-C98B-44A2-8DA0-D1B8B5BD8C48}" type="presParOf" srcId="{785DAA67-74A8-4739-87A5-49D4D4A3479F}" destId="{4CA2BA95-E231-406F-9D8A-FCFB53944610}" srcOrd="1" destOrd="0" presId="urn:microsoft.com/office/officeart/2018/2/layout/IconLabelList"/>
    <dgm:cxn modelId="{FD71ECF4-604B-4D73-AD62-CB091D1092FB}" type="presParOf" srcId="{785DAA67-74A8-4739-87A5-49D4D4A3479F}" destId="{1421F5EC-1F4D-4569-80E3-A4F06BCF94CE}" srcOrd="2" destOrd="0" presId="urn:microsoft.com/office/officeart/2018/2/layout/IconLabelList"/>
    <dgm:cxn modelId="{586DA961-9599-4603-A5FE-3BA6EC3CD0E3}" type="presParOf" srcId="{1777F381-A6EA-4E58-BA8B-7171F8A6CD52}" destId="{A3E305D6-48A0-464F-AA6B-2D2B7F43E14C}" srcOrd="1" destOrd="0" presId="urn:microsoft.com/office/officeart/2018/2/layout/IconLabelList"/>
    <dgm:cxn modelId="{DCD3873B-41AB-4E23-9989-E09A63E4B5F7}" type="presParOf" srcId="{1777F381-A6EA-4E58-BA8B-7171F8A6CD52}" destId="{019D873A-D465-4A83-8DC7-F832C5DC709F}" srcOrd="2" destOrd="0" presId="urn:microsoft.com/office/officeart/2018/2/layout/IconLabelList"/>
    <dgm:cxn modelId="{A5A091D6-AF9D-4FDC-AFB8-F67CDA5ADA98}" type="presParOf" srcId="{019D873A-D465-4A83-8DC7-F832C5DC709F}" destId="{B94DA8B6-5667-494E-90C9-82697420FA52}" srcOrd="0" destOrd="0" presId="urn:microsoft.com/office/officeart/2018/2/layout/IconLabelList"/>
    <dgm:cxn modelId="{4CFC7F03-2F74-4F37-806E-F92167E004AD}" type="presParOf" srcId="{019D873A-D465-4A83-8DC7-F832C5DC709F}" destId="{4178A9CD-1D30-4CC4-9C14-366ABD2DD61E}" srcOrd="1" destOrd="0" presId="urn:microsoft.com/office/officeart/2018/2/layout/IconLabelList"/>
    <dgm:cxn modelId="{FD028E4D-34F6-4C9A-B58A-9ADDDE870299}" type="presParOf" srcId="{019D873A-D465-4A83-8DC7-F832C5DC709F}" destId="{DC65A710-1BC7-4CFE-B6B3-688D5B8737B8}" srcOrd="2" destOrd="0" presId="urn:microsoft.com/office/officeart/2018/2/layout/IconLabelList"/>
    <dgm:cxn modelId="{CBADCD6B-61BE-4B33-BCCE-9770E25CAE36}" type="presParOf" srcId="{1777F381-A6EA-4E58-BA8B-7171F8A6CD52}" destId="{0E8063A6-4DA7-40AF-9D66-64DC6ED8366F}" srcOrd="3" destOrd="0" presId="urn:microsoft.com/office/officeart/2018/2/layout/IconLabelList"/>
    <dgm:cxn modelId="{72855F8E-0236-45AD-93B6-CFCC83BFEF8C}" type="presParOf" srcId="{1777F381-A6EA-4E58-BA8B-7171F8A6CD52}" destId="{7D0DCFAB-50CA-4449-96A5-2135E1C3EBAF}" srcOrd="4" destOrd="0" presId="urn:microsoft.com/office/officeart/2018/2/layout/IconLabelList"/>
    <dgm:cxn modelId="{9EE760B8-B2CF-4CE2-B16E-FD192FF8F993}" type="presParOf" srcId="{7D0DCFAB-50CA-4449-96A5-2135E1C3EBAF}" destId="{ABCFB101-03F3-4D34-8EEB-0E802C89E366}" srcOrd="0" destOrd="0" presId="urn:microsoft.com/office/officeart/2018/2/layout/IconLabelList"/>
    <dgm:cxn modelId="{7028DCF8-3DD7-4ABD-87B2-A5869CC7531F}" type="presParOf" srcId="{7D0DCFAB-50CA-4449-96A5-2135E1C3EBAF}" destId="{44152A01-DB0F-4FFB-9DE7-B21B48C76198}" srcOrd="1" destOrd="0" presId="urn:microsoft.com/office/officeart/2018/2/layout/IconLabelList"/>
    <dgm:cxn modelId="{02377164-993B-4BE6-9175-D97DC50AA3DF}" type="presParOf" srcId="{7D0DCFAB-50CA-4449-96A5-2135E1C3EBAF}" destId="{B8D4E999-31B2-4D9E-BB33-1656856F5966}" srcOrd="2" destOrd="0" presId="urn:microsoft.com/office/officeart/2018/2/layout/IconLabelList"/>
    <dgm:cxn modelId="{D130139C-CDDD-46A1-AFC1-58B456688BC5}" type="presParOf" srcId="{1777F381-A6EA-4E58-BA8B-7171F8A6CD52}" destId="{33B5FAA9-9D88-405A-AD3C-EE36A4D353D5}" srcOrd="5" destOrd="0" presId="urn:microsoft.com/office/officeart/2018/2/layout/IconLabelList"/>
    <dgm:cxn modelId="{2F9B2DA1-DB58-45B6-B3E6-24D156FE0832}" type="presParOf" srcId="{1777F381-A6EA-4E58-BA8B-7171F8A6CD52}" destId="{761CFCDD-D78E-4DBF-8E01-62FC560934D3}" srcOrd="6" destOrd="0" presId="urn:microsoft.com/office/officeart/2018/2/layout/IconLabelList"/>
    <dgm:cxn modelId="{C0BC44B9-7803-49CA-8C36-DE1709F33AB3}" type="presParOf" srcId="{761CFCDD-D78E-4DBF-8E01-62FC560934D3}" destId="{6DCB1441-4460-4BF6-B62E-E5B839B3B152}" srcOrd="0" destOrd="0" presId="urn:microsoft.com/office/officeart/2018/2/layout/IconLabelList"/>
    <dgm:cxn modelId="{2E349C52-BF90-49E7-B359-EAC6B3C82AF1}" type="presParOf" srcId="{761CFCDD-D78E-4DBF-8E01-62FC560934D3}" destId="{86965478-3FEB-4F59-9CD5-BD9113EFA682}" srcOrd="1" destOrd="0" presId="urn:microsoft.com/office/officeart/2018/2/layout/IconLabelList"/>
    <dgm:cxn modelId="{F693B99A-7434-4B2D-84A0-5FC93F4FBE64}" type="presParOf" srcId="{761CFCDD-D78E-4DBF-8E01-62FC560934D3}" destId="{1F547BD6-14CD-4B23-AF6E-1945DFB6BBF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E888E4-3813-406E-96E9-CBB27104100A}">
      <dsp:nvSpPr>
        <dsp:cNvPr id="0" name=""/>
        <dsp:cNvSpPr/>
      </dsp:nvSpPr>
      <dsp:spPr>
        <a:xfrm>
          <a:off x="973190" y="907974"/>
          <a:ext cx="1264141" cy="126414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A04820-1A62-4276-A8A8-AB907868BF02}">
      <dsp:nvSpPr>
        <dsp:cNvPr id="0" name=""/>
        <dsp:cNvSpPr/>
      </dsp:nvSpPr>
      <dsp:spPr>
        <a:xfrm>
          <a:off x="1242597" y="1177381"/>
          <a:ext cx="725326" cy="7253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C7096B-9681-4DA4-955F-888C1431A192}">
      <dsp:nvSpPr>
        <dsp:cNvPr id="0" name=""/>
        <dsp:cNvSpPr/>
      </dsp:nvSpPr>
      <dsp:spPr>
        <a:xfrm>
          <a:off x="569079" y="2565864"/>
          <a:ext cx="2072362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🧾 </a:t>
          </a:r>
          <a:r>
            <a:rPr lang="en-US" sz="1100" b="1" kern="1200"/>
            <a:t>Distributed Ledger:</a:t>
          </a:r>
          <a:br>
            <a:rPr lang="en-US" sz="1100" b="1" kern="1200"/>
          </a:br>
          <a:r>
            <a:rPr lang="en-US" sz="1100" b="1" kern="1200"/>
            <a:t> Data is shared across multiple computers (nodes) for transparency and reliability.</a:t>
          </a:r>
          <a:endParaRPr lang="en-US" sz="1100" kern="1200"/>
        </a:p>
      </dsp:txBody>
      <dsp:txXfrm>
        <a:off x="569079" y="2565864"/>
        <a:ext cx="2072362" cy="877500"/>
      </dsp:txXfrm>
    </dsp:sp>
    <dsp:sp modelId="{C5E72692-A824-42E4-8BE7-65C8AA16CD7E}">
      <dsp:nvSpPr>
        <dsp:cNvPr id="0" name=""/>
        <dsp:cNvSpPr/>
      </dsp:nvSpPr>
      <dsp:spPr>
        <a:xfrm>
          <a:off x="3408216" y="907974"/>
          <a:ext cx="1264141" cy="126414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A12DA1-06A7-441E-ABA4-0F3356B18F25}">
      <dsp:nvSpPr>
        <dsp:cNvPr id="0" name=""/>
        <dsp:cNvSpPr/>
      </dsp:nvSpPr>
      <dsp:spPr>
        <a:xfrm>
          <a:off x="3677623" y="1177381"/>
          <a:ext cx="725326" cy="7253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649C4F-A217-417B-8DF1-6C9703779580}">
      <dsp:nvSpPr>
        <dsp:cNvPr id="0" name=""/>
        <dsp:cNvSpPr/>
      </dsp:nvSpPr>
      <dsp:spPr>
        <a:xfrm>
          <a:off x="3004105" y="2565864"/>
          <a:ext cx="2072362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🔒 </a:t>
          </a:r>
          <a:r>
            <a:rPr lang="en-US" sz="1100" b="1" kern="1200"/>
            <a:t>Immutability:</a:t>
          </a:r>
          <a:br>
            <a:rPr lang="en-US" sz="1100" b="1" kern="1200"/>
          </a:br>
          <a:r>
            <a:rPr lang="en-US" sz="1100" b="1" kern="1200"/>
            <a:t> Once recorded, information cannot be changed or deleted.</a:t>
          </a:r>
          <a:endParaRPr lang="en-US" sz="1100" kern="1200"/>
        </a:p>
      </dsp:txBody>
      <dsp:txXfrm>
        <a:off x="3004105" y="2565864"/>
        <a:ext cx="2072362" cy="877500"/>
      </dsp:txXfrm>
    </dsp:sp>
    <dsp:sp modelId="{AC736398-899B-4548-9506-F019D1F242E8}">
      <dsp:nvSpPr>
        <dsp:cNvPr id="0" name=""/>
        <dsp:cNvSpPr/>
      </dsp:nvSpPr>
      <dsp:spPr>
        <a:xfrm>
          <a:off x="5843242" y="907974"/>
          <a:ext cx="1264141" cy="126414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056F31-41FF-4D86-B4CD-22CCFA0E59CF}">
      <dsp:nvSpPr>
        <dsp:cNvPr id="0" name=""/>
        <dsp:cNvSpPr/>
      </dsp:nvSpPr>
      <dsp:spPr>
        <a:xfrm>
          <a:off x="6112649" y="1177381"/>
          <a:ext cx="725326" cy="7253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388D6B-BD92-4B36-9009-49E3A60B1C2B}">
      <dsp:nvSpPr>
        <dsp:cNvPr id="0" name=""/>
        <dsp:cNvSpPr/>
      </dsp:nvSpPr>
      <dsp:spPr>
        <a:xfrm>
          <a:off x="5439131" y="2565864"/>
          <a:ext cx="2072362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🌐 </a:t>
          </a:r>
          <a:r>
            <a:rPr lang="en-US" sz="1100" b="1" kern="1200"/>
            <a:t>Decentralization:</a:t>
          </a:r>
          <a:br>
            <a:rPr lang="en-US" sz="1100" b="1" kern="1200"/>
          </a:br>
          <a:r>
            <a:rPr lang="en-US" sz="1100" b="1" kern="1200"/>
            <a:t> No central authority — all participants verify transactions.</a:t>
          </a:r>
          <a:endParaRPr lang="en-US" sz="1100" kern="1200"/>
        </a:p>
      </dsp:txBody>
      <dsp:txXfrm>
        <a:off x="5439131" y="2565864"/>
        <a:ext cx="2072362" cy="877500"/>
      </dsp:txXfrm>
    </dsp:sp>
    <dsp:sp modelId="{9EFD8BF7-6000-4AF8-BFDE-C4410B68CF37}">
      <dsp:nvSpPr>
        <dsp:cNvPr id="0" name=""/>
        <dsp:cNvSpPr/>
      </dsp:nvSpPr>
      <dsp:spPr>
        <a:xfrm>
          <a:off x="8278268" y="907974"/>
          <a:ext cx="1264141" cy="1264141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0FCA1D-5D9C-4CAE-9C78-6EBC59942E3A}">
      <dsp:nvSpPr>
        <dsp:cNvPr id="0" name=""/>
        <dsp:cNvSpPr/>
      </dsp:nvSpPr>
      <dsp:spPr>
        <a:xfrm>
          <a:off x="8547675" y="1177381"/>
          <a:ext cx="725326" cy="72532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8D7628-AB4F-4EB1-895F-195CF8CCDC82}">
      <dsp:nvSpPr>
        <dsp:cNvPr id="0" name=""/>
        <dsp:cNvSpPr/>
      </dsp:nvSpPr>
      <dsp:spPr>
        <a:xfrm>
          <a:off x="7874157" y="2565864"/>
          <a:ext cx="2072362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🧠 </a:t>
          </a:r>
          <a:r>
            <a:rPr lang="en-US" sz="1100" b="1" kern="1200"/>
            <a:t>Secure by Cryptography:</a:t>
          </a:r>
          <a:br>
            <a:rPr lang="en-US" sz="1100" b="1" kern="1200"/>
          </a:br>
          <a:r>
            <a:rPr lang="en-US" sz="1100" b="1" kern="1200"/>
            <a:t> Uses encryption to protect data and ensure trust.</a:t>
          </a:r>
          <a:endParaRPr lang="en-US" sz="1100" kern="1200"/>
        </a:p>
      </dsp:txBody>
      <dsp:txXfrm>
        <a:off x="7874157" y="2565864"/>
        <a:ext cx="2072362" cy="8775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17632C-04E6-4AA8-93D3-B7170A7EC2DB}">
      <dsp:nvSpPr>
        <dsp:cNvPr id="0" name=""/>
        <dsp:cNvSpPr/>
      </dsp:nvSpPr>
      <dsp:spPr>
        <a:xfrm>
          <a:off x="205509" y="828340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2344B1-C240-4061-8796-AFD0C847C5D3}">
      <dsp:nvSpPr>
        <dsp:cNvPr id="0" name=""/>
        <dsp:cNvSpPr/>
      </dsp:nvSpPr>
      <dsp:spPr>
        <a:xfrm>
          <a:off x="396960" y="1019791"/>
          <a:ext cx="528770" cy="5287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C89257-AC78-4E21-B484-F60DAF85E75D}">
      <dsp:nvSpPr>
        <dsp:cNvPr id="0" name=""/>
        <dsp:cNvSpPr/>
      </dsp:nvSpPr>
      <dsp:spPr>
        <a:xfrm>
          <a:off x="1312541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High Security</a:t>
          </a:r>
        </a:p>
      </dsp:txBody>
      <dsp:txXfrm>
        <a:off x="1312541" y="828340"/>
        <a:ext cx="2148945" cy="911674"/>
      </dsp:txXfrm>
    </dsp:sp>
    <dsp:sp modelId="{F7DB397F-A199-4506-8BA3-875327B3A3F7}">
      <dsp:nvSpPr>
        <dsp:cNvPr id="0" name=""/>
        <dsp:cNvSpPr/>
      </dsp:nvSpPr>
      <dsp:spPr>
        <a:xfrm>
          <a:off x="3835925" y="828340"/>
          <a:ext cx="911674" cy="911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1C0E4C-B47A-4B07-9985-DEFC8F460F73}">
      <dsp:nvSpPr>
        <dsp:cNvPr id="0" name=""/>
        <dsp:cNvSpPr/>
      </dsp:nvSpPr>
      <dsp:spPr>
        <a:xfrm>
          <a:off x="4027376" y="1019791"/>
          <a:ext cx="528770" cy="5287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4ABD06-6AD1-4391-B366-E1548B55BEF6}">
      <dsp:nvSpPr>
        <dsp:cNvPr id="0" name=""/>
        <dsp:cNvSpPr/>
      </dsp:nvSpPr>
      <dsp:spPr>
        <a:xfrm>
          <a:off x="4942957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Transparency</a:t>
          </a:r>
        </a:p>
      </dsp:txBody>
      <dsp:txXfrm>
        <a:off x="4942957" y="828340"/>
        <a:ext cx="2148945" cy="911674"/>
      </dsp:txXfrm>
    </dsp:sp>
    <dsp:sp modelId="{CAEFA535-62B2-45AC-8F11-5B1E7057DB78}">
      <dsp:nvSpPr>
        <dsp:cNvPr id="0" name=""/>
        <dsp:cNvSpPr/>
      </dsp:nvSpPr>
      <dsp:spPr>
        <a:xfrm>
          <a:off x="7466341" y="828340"/>
          <a:ext cx="911674" cy="91167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605E83-EFB4-428D-8D1A-30891745C653}">
      <dsp:nvSpPr>
        <dsp:cNvPr id="0" name=""/>
        <dsp:cNvSpPr/>
      </dsp:nvSpPr>
      <dsp:spPr>
        <a:xfrm>
          <a:off x="7657792" y="1019791"/>
          <a:ext cx="528770" cy="5287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2301E0-09AF-4422-9D34-81226EA3E45B}">
      <dsp:nvSpPr>
        <dsp:cNvPr id="0" name=""/>
        <dsp:cNvSpPr/>
      </dsp:nvSpPr>
      <dsp:spPr>
        <a:xfrm>
          <a:off x="8573374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Fast and Efficient</a:t>
          </a:r>
        </a:p>
      </dsp:txBody>
      <dsp:txXfrm>
        <a:off x="8573374" y="828340"/>
        <a:ext cx="2148945" cy="911674"/>
      </dsp:txXfrm>
    </dsp:sp>
    <dsp:sp modelId="{69F48418-A9BF-4B44-B2EB-60E59B20970C}">
      <dsp:nvSpPr>
        <dsp:cNvPr id="0" name=""/>
        <dsp:cNvSpPr/>
      </dsp:nvSpPr>
      <dsp:spPr>
        <a:xfrm>
          <a:off x="205509" y="2452790"/>
          <a:ext cx="911674" cy="91167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A6219D-4E97-4231-8A5A-DCC62923CD0E}">
      <dsp:nvSpPr>
        <dsp:cNvPr id="0" name=""/>
        <dsp:cNvSpPr/>
      </dsp:nvSpPr>
      <dsp:spPr>
        <a:xfrm>
          <a:off x="396960" y="2644242"/>
          <a:ext cx="528770" cy="52877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C4C0F6-079B-42D2-BDF5-1F901F61FC47}">
      <dsp:nvSpPr>
        <dsp:cNvPr id="0" name=""/>
        <dsp:cNvSpPr/>
      </dsp:nvSpPr>
      <dsp:spPr>
        <a:xfrm>
          <a:off x="1312541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Cost Reduction</a:t>
          </a:r>
        </a:p>
      </dsp:txBody>
      <dsp:txXfrm>
        <a:off x="1312541" y="2452790"/>
        <a:ext cx="2148945" cy="911674"/>
      </dsp:txXfrm>
    </dsp:sp>
    <dsp:sp modelId="{BC3C2247-5491-428B-BCB9-53E71073F8AC}">
      <dsp:nvSpPr>
        <dsp:cNvPr id="0" name=""/>
        <dsp:cNvSpPr/>
      </dsp:nvSpPr>
      <dsp:spPr>
        <a:xfrm>
          <a:off x="3835925" y="2452790"/>
          <a:ext cx="911674" cy="911674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1E8AF9-FFA7-4717-9C71-0B014196DAB9}">
      <dsp:nvSpPr>
        <dsp:cNvPr id="0" name=""/>
        <dsp:cNvSpPr/>
      </dsp:nvSpPr>
      <dsp:spPr>
        <a:xfrm>
          <a:off x="4027376" y="2644242"/>
          <a:ext cx="528770" cy="52877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B76325-C4EB-4061-963F-7F4E561FFE34}">
      <dsp:nvSpPr>
        <dsp:cNvPr id="0" name=""/>
        <dsp:cNvSpPr/>
      </dsp:nvSpPr>
      <dsp:spPr>
        <a:xfrm>
          <a:off x="4942957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Traceability</a:t>
          </a:r>
        </a:p>
      </dsp:txBody>
      <dsp:txXfrm>
        <a:off x="4942957" y="2452790"/>
        <a:ext cx="2148945" cy="9116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287E09-31DC-4B6A-8B7D-FFA7CC04B73A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009AD9-3B23-4CC8-A88F-D6C972640FE1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151A1C-B77F-434C-B4BD-4F4C580A4FDB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Refers to the </a:t>
          </a:r>
          <a:r>
            <a:rPr lang="en-US" sz="2200" b="1" kern="1200"/>
            <a:t>process of handling and verifying</a:t>
          </a:r>
          <a:r>
            <a:rPr lang="en-US" sz="2200" kern="1200"/>
            <a:t> transactions in the blockchain network.</a:t>
          </a:r>
        </a:p>
      </dsp:txBody>
      <dsp:txXfrm>
        <a:off x="1948202" y="368029"/>
        <a:ext cx="3233964" cy="1371985"/>
      </dsp:txXfrm>
    </dsp:sp>
    <dsp:sp modelId="{C4AC6C53-D7C2-4E73-A0E6-A3D671A346D5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2E8111-AFEA-4297-A94A-7C98B8408D48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6B2AD5-52B2-4AFA-8979-C51B1AAFB2B8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Each transaction is </a:t>
          </a:r>
          <a:r>
            <a:rPr lang="en-US" sz="2200" b="1" kern="1200"/>
            <a:t>validated by miners or nodes</a:t>
          </a:r>
          <a:r>
            <a:rPr lang="en-US" sz="2200" kern="1200"/>
            <a:t> before being added to a block.</a:t>
          </a:r>
        </a:p>
      </dsp:txBody>
      <dsp:txXfrm>
        <a:off x="7411643" y="368029"/>
        <a:ext cx="3233964" cy="1371985"/>
      </dsp:txXfrm>
    </dsp:sp>
    <dsp:sp modelId="{6CC03500-18F0-4263-9138-1AC1996666AF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8574B2-B606-4D2C-B2E5-2AA4B9A92029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63650E-37EE-47D8-B60F-D537A1825EFE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Ensures </a:t>
          </a:r>
          <a:r>
            <a:rPr lang="en-US" sz="2200" b="1" kern="1200"/>
            <a:t>accuracy, consistency, and security</a:t>
          </a:r>
          <a:r>
            <a:rPr lang="en-US" sz="2200" kern="1200"/>
            <a:t> of all recorded data.</a:t>
          </a:r>
        </a:p>
      </dsp:txBody>
      <dsp:txXfrm>
        <a:off x="1948202" y="2452790"/>
        <a:ext cx="3233964" cy="1371985"/>
      </dsp:txXfrm>
    </dsp:sp>
    <dsp:sp modelId="{9EA3F580-E22E-4194-AC0B-B650BD93BABC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7E680A-51B3-45FB-B66E-1BD6B1F6FF79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AEE499-CF8D-4A45-9409-747C1C580F9E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Once confirmed, the transaction becomes </a:t>
          </a:r>
          <a:r>
            <a:rPr lang="en-US" sz="2200" b="1" kern="1200"/>
            <a:t>permanent and tamper-proof</a:t>
          </a:r>
          <a:r>
            <a:rPr lang="en-US" sz="2200" kern="1200"/>
            <a:t> in the ledger.</a:t>
          </a:r>
        </a:p>
      </dsp:txBody>
      <dsp:txXfrm>
        <a:off x="7411643" y="2452790"/>
        <a:ext cx="3233964" cy="13719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287E09-31DC-4B6A-8B7D-FFA7CC04B73A}">
      <dsp:nvSpPr>
        <dsp:cNvPr id="0" name=""/>
        <dsp:cNvSpPr/>
      </dsp:nvSpPr>
      <dsp:spPr>
        <a:xfrm>
          <a:off x="282221" y="36802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009AD9-3B23-4CC8-A88F-D6C972640FE1}">
      <dsp:nvSpPr>
        <dsp:cNvPr id="0" name=""/>
        <dsp:cNvSpPr/>
      </dsp:nvSpPr>
      <dsp:spPr>
        <a:xfrm>
          <a:off x="570337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151A1C-B77F-434C-B4BD-4F4C580A4FDB}">
      <dsp:nvSpPr>
        <dsp:cNvPr id="0" name=""/>
        <dsp:cNvSpPr/>
      </dsp:nvSpPr>
      <dsp:spPr>
        <a:xfrm>
          <a:off x="1948202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rgbClr val="444444"/>
              </a:solidFill>
              <a:latin typeface="Calibri"/>
              <a:ea typeface="Calibri"/>
              <a:cs typeface="Calibri"/>
            </a:rPr>
            <a:t>Combines</a:t>
          </a:r>
          <a:r>
            <a:rPr lang="en-US" sz="2200" b="0" kern="1200" dirty="0">
              <a:solidFill>
                <a:srgbClr val="444444"/>
              </a:solidFill>
              <a:latin typeface="Calibri"/>
              <a:ea typeface="Calibri"/>
              <a:cs typeface="Calibri"/>
            </a:rPr>
            <a:t> </a:t>
          </a:r>
          <a:r>
            <a:rPr lang="en-US" sz="2200" kern="1200" dirty="0">
              <a:solidFill>
                <a:srgbClr val="444444"/>
              </a:solidFill>
              <a:latin typeface="Calibri"/>
              <a:ea typeface="Calibri"/>
              <a:cs typeface="Calibri"/>
            </a:rPr>
            <a:t>blockchain technology with moving devices.</a:t>
          </a:r>
        </a:p>
      </dsp:txBody>
      <dsp:txXfrm>
        <a:off x="1948202" y="368029"/>
        <a:ext cx="3233964" cy="1371985"/>
      </dsp:txXfrm>
    </dsp:sp>
    <dsp:sp modelId="{C4AC6C53-D7C2-4E73-A0E6-A3D671A346D5}">
      <dsp:nvSpPr>
        <dsp:cNvPr id="0" name=""/>
        <dsp:cNvSpPr/>
      </dsp:nvSpPr>
      <dsp:spPr>
        <a:xfrm>
          <a:off x="5745661" y="368029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2E8111-AFEA-4297-A94A-7C98B8408D48}">
      <dsp:nvSpPr>
        <dsp:cNvPr id="0" name=""/>
        <dsp:cNvSpPr/>
      </dsp:nvSpPr>
      <dsp:spPr>
        <a:xfrm>
          <a:off x="6033778" y="656145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6B2AD5-52B2-4AFA-8979-C51B1AAFB2B8}">
      <dsp:nvSpPr>
        <dsp:cNvPr id="0" name=""/>
        <dsp:cNvSpPr/>
      </dsp:nvSpPr>
      <dsp:spPr>
        <a:xfrm>
          <a:off x="7411643" y="368029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rgbClr val="444444"/>
              </a:solidFill>
              <a:latin typeface="Calibri"/>
              <a:ea typeface="Calibri"/>
              <a:cs typeface="Calibri"/>
            </a:rPr>
            <a:t>Each vehicle acts as a node to store </a:t>
          </a:r>
          <a:r>
            <a:rPr lang="en-US" sz="2200" b="0" kern="1200" dirty="0">
              <a:solidFill>
                <a:srgbClr val="444444"/>
              </a:solidFill>
              <a:latin typeface="Calibri"/>
              <a:ea typeface="Calibri"/>
              <a:cs typeface="Calibri"/>
            </a:rPr>
            <a:t>and verify </a:t>
          </a:r>
          <a:r>
            <a:rPr lang="en-US" sz="2200" kern="1200" dirty="0">
              <a:solidFill>
                <a:srgbClr val="444444"/>
              </a:solidFill>
              <a:latin typeface="Calibri"/>
              <a:ea typeface="Calibri"/>
              <a:cs typeface="Calibri"/>
            </a:rPr>
            <a:t>data.</a:t>
          </a:r>
        </a:p>
      </dsp:txBody>
      <dsp:txXfrm>
        <a:off x="7411643" y="368029"/>
        <a:ext cx="3233964" cy="1371985"/>
      </dsp:txXfrm>
    </dsp:sp>
    <dsp:sp modelId="{9EA3F580-E22E-4194-AC0B-B650BD93BABC}">
      <dsp:nvSpPr>
        <dsp:cNvPr id="0" name=""/>
        <dsp:cNvSpPr/>
      </dsp:nvSpPr>
      <dsp:spPr>
        <a:xfrm>
          <a:off x="282221" y="2452790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7E680A-51B3-45FB-B66E-1BD6B1F6FF79}">
      <dsp:nvSpPr>
        <dsp:cNvPr id="0" name=""/>
        <dsp:cNvSpPr/>
      </dsp:nvSpPr>
      <dsp:spPr>
        <a:xfrm>
          <a:off x="570337" y="2740907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AEE499-CF8D-4A45-9409-747C1C580F9E}">
      <dsp:nvSpPr>
        <dsp:cNvPr id="0" name=""/>
        <dsp:cNvSpPr/>
      </dsp:nvSpPr>
      <dsp:spPr>
        <a:xfrm>
          <a:off x="1948202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rgbClr val="444444"/>
              </a:solidFill>
              <a:latin typeface="Calibri"/>
              <a:ea typeface="Calibri"/>
              <a:cs typeface="Calibri"/>
            </a:rPr>
            <a:t>Enables secure, decentralized communication between  vehicles.</a:t>
          </a:r>
        </a:p>
      </dsp:txBody>
      <dsp:txXfrm>
        <a:off x="1948202" y="2452790"/>
        <a:ext cx="3233964" cy="1371985"/>
      </dsp:txXfrm>
    </dsp:sp>
    <dsp:sp modelId="{9271D207-6F84-4608-97AC-656E77618E91}">
      <dsp:nvSpPr>
        <dsp:cNvPr id="0" name=""/>
        <dsp:cNvSpPr/>
      </dsp:nvSpPr>
      <dsp:spPr>
        <a:xfrm>
          <a:off x="5745661" y="2452790"/>
          <a:ext cx="1371985" cy="137198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AC0194-FDA0-4832-8B7E-B98E57F5CE35}">
      <dsp:nvSpPr>
        <dsp:cNvPr id="0" name=""/>
        <dsp:cNvSpPr/>
      </dsp:nvSpPr>
      <dsp:spPr>
        <a:xfrm>
          <a:off x="6033778" y="2740907"/>
          <a:ext cx="795751" cy="79575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4C7610-1D44-4402-9B3F-6253864465A2}">
      <dsp:nvSpPr>
        <dsp:cNvPr id="0" name=""/>
        <dsp:cNvSpPr/>
      </dsp:nvSpPr>
      <dsp:spPr>
        <a:xfrm>
          <a:off x="7411643" y="2452790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solidFill>
                <a:srgbClr val="444444"/>
              </a:solidFill>
              <a:latin typeface="Calibri"/>
              <a:ea typeface="Calibri"/>
              <a:cs typeface="Calibri"/>
            </a:rPr>
            <a:t>Supports trusted data sharing </a:t>
          </a:r>
          <a:r>
            <a:rPr lang="en-US" sz="2200" b="0" kern="1200" dirty="0">
              <a:solidFill>
                <a:srgbClr val="444444"/>
              </a:solidFill>
              <a:latin typeface="Calibri"/>
              <a:ea typeface="Calibri"/>
              <a:cs typeface="Calibri"/>
            </a:rPr>
            <a:t>and payments</a:t>
          </a:r>
          <a:r>
            <a:rPr lang="en-US" sz="2200" kern="1200" dirty="0">
              <a:solidFill>
                <a:srgbClr val="444444"/>
              </a:solidFill>
              <a:latin typeface="Calibri"/>
              <a:ea typeface="Calibri"/>
              <a:cs typeface="Calibri"/>
            </a:rPr>
            <a:t>.</a:t>
          </a:r>
        </a:p>
      </dsp:txBody>
      <dsp:txXfrm>
        <a:off x="7411643" y="2452790"/>
        <a:ext cx="3233964" cy="137198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D631A1-272F-4592-AC3B-16260F81DCF3}">
      <dsp:nvSpPr>
        <dsp:cNvPr id="0" name=""/>
        <dsp:cNvSpPr/>
      </dsp:nvSpPr>
      <dsp:spPr>
        <a:xfrm>
          <a:off x="75256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21F5EC-1F4D-4569-80E3-A4F06BCF94CE}">
      <dsp:nvSpPr>
        <dsp:cNvPr id="0" name=""/>
        <dsp:cNvSpPr/>
      </dsp:nvSpPr>
      <dsp:spPr>
        <a:xfrm>
          <a:off x="10068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Bidding-based mechanism</a:t>
          </a:r>
          <a:r>
            <a:rPr lang="en-US" sz="1700" kern="1200"/>
            <a:t> for buying or selling resources.</a:t>
          </a:r>
        </a:p>
      </dsp:txBody>
      <dsp:txXfrm>
        <a:off x="100682" y="2427484"/>
        <a:ext cx="2370489" cy="720000"/>
      </dsp:txXfrm>
    </dsp:sp>
    <dsp:sp modelId="{B94DA8B6-5667-494E-90C9-82697420FA52}">
      <dsp:nvSpPr>
        <dsp:cNvPr id="0" name=""/>
        <dsp:cNvSpPr/>
      </dsp:nvSpPr>
      <dsp:spPr>
        <a:xfrm>
          <a:off x="353789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65A710-1BC7-4CFE-B6B3-688D5B8737B8}">
      <dsp:nvSpPr>
        <dsp:cNvPr id="0" name=""/>
        <dsp:cNvSpPr/>
      </dsp:nvSpPr>
      <dsp:spPr>
        <a:xfrm>
          <a:off x="288600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Participants place bids</a:t>
          </a:r>
          <a:r>
            <a:rPr lang="en-US" sz="1700" kern="1200"/>
            <a:t> to compete for limited assets.</a:t>
          </a:r>
        </a:p>
      </dsp:txBody>
      <dsp:txXfrm>
        <a:off x="2886007" y="2427484"/>
        <a:ext cx="2370489" cy="720000"/>
      </dsp:txXfrm>
    </dsp:sp>
    <dsp:sp modelId="{ABCFB101-03F3-4D34-8EEB-0E802C89E366}">
      <dsp:nvSpPr>
        <dsp:cNvPr id="0" name=""/>
        <dsp:cNvSpPr/>
      </dsp:nvSpPr>
      <dsp:spPr>
        <a:xfrm>
          <a:off x="6323216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D4E999-31B2-4D9E-BB33-1656856F5966}">
      <dsp:nvSpPr>
        <dsp:cNvPr id="0" name=""/>
        <dsp:cNvSpPr/>
      </dsp:nvSpPr>
      <dsp:spPr>
        <a:xfrm>
          <a:off x="567133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Ensures </a:t>
          </a:r>
          <a:r>
            <a:rPr lang="en-US" sz="1700" b="1" kern="1200"/>
            <a:t>fair, transparent, and efficient allocation</a:t>
          </a:r>
          <a:r>
            <a:rPr lang="en-US" sz="1700" kern="1200"/>
            <a:t>.</a:t>
          </a:r>
        </a:p>
      </dsp:txBody>
      <dsp:txXfrm>
        <a:off x="5671332" y="2427484"/>
        <a:ext cx="2370489" cy="720000"/>
      </dsp:txXfrm>
    </dsp:sp>
    <dsp:sp modelId="{6DCB1441-4460-4BF6-B62E-E5B839B3B152}">
      <dsp:nvSpPr>
        <dsp:cNvPr id="0" name=""/>
        <dsp:cNvSpPr/>
      </dsp:nvSpPr>
      <dsp:spPr>
        <a:xfrm>
          <a:off x="9108541" y="1045320"/>
          <a:ext cx="1066720" cy="10667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547BD6-14CD-4B23-AF6E-1945DFB6BBF9}">
      <dsp:nvSpPr>
        <dsp:cNvPr id="0" name=""/>
        <dsp:cNvSpPr/>
      </dsp:nvSpPr>
      <dsp:spPr>
        <a:xfrm>
          <a:off x="845665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Widely used in </a:t>
          </a:r>
          <a:r>
            <a:rPr lang="en-US" sz="1700" b="1" kern="1200"/>
            <a:t>blockchain and IoV</a:t>
          </a:r>
          <a:r>
            <a:rPr lang="en-US" sz="1700" kern="1200"/>
            <a:t> for resource management.</a:t>
          </a:r>
        </a:p>
      </dsp:txBody>
      <dsp:txXfrm>
        <a:off x="8456657" y="2427484"/>
        <a:ext cx="2370489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0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Truthful auction mechanisms for resource allocation in the Internet of Vehicles with public blockchain networks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/>
              <a:t>Under the Supervision of             Presented By:</a:t>
            </a:r>
          </a:p>
          <a:p>
            <a:pPr algn="l"/>
            <a:r>
              <a:rPr lang="en-US"/>
              <a:t>Dr. Anshul Verma                                                                   Sagar </a:t>
            </a:r>
            <a:r>
              <a:rPr lang="en-US" err="1"/>
              <a:t>Timalsena</a:t>
            </a:r>
            <a:endParaRPr lang="en-US"/>
          </a:p>
          <a:p>
            <a:pPr algn="l"/>
            <a:r>
              <a:rPr lang="en-US"/>
              <a:t>                                                                                                       (24419CMP025) </a:t>
            </a:r>
          </a:p>
        </p:txBody>
      </p:sp>
      <p:pic>
        <p:nvPicPr>
          <p:cNvPr id="4" name="Picture 3" descr="A logo with a person playing a musical instrument&#10;&#10;AI-generated content may be incorrect.">
            <a:extLst>
              <a:ext uri="{FF2B5EF4-FFF2-40B4-BE49-F238E27FC236}">
                <a16:creationId xmlns:a16="http://schemas.microsoft.com/office/drawing/2014/main" id="{37385C37-9A02-AFC6-4F88-DAEA7E1D0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1122068" y="20877"/>
            <a:ext cx="929013" cy="939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FB4E57-A516-7FF2-7204-AA73C2D46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C06A47-CB59-2F92-AB71-6C984FB29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/>
              <a:t>Blockchain</a:t>
            </a:r>
          </a:p>
          <a:p>
            <a:r>
              <a:rPr lang="en-US" sz="2000" dirty="0"/>
              <a:t>Transaction Management in Blockchain</a:t>
            </a:r>
          </a:p>
          <a:p>
            <a:r>
              <a:rPr lang="en-US" sz="2000" dirty="0"/>
              <a:t>Vehicular Blockchain Network</a:t>
            </a:r>
          </a:p>
          <a:p>
            <a:r>
              <a:rPr lang="en-US" sz="2000" dirty="0"/>
              <a:t>Consensus</a:t>
            </a:r>
          </a:p>
          <a:p>
            <a:r>
              <a:rPr lang="en-US" sz="2000" dirty="0"/>
              <a:t>Need for Edge Resource Allocation</a:t>
            </a:r>
            <a:endParaRPr lang="en-US" sz="2000" dirty="0">
              <a:latin typeface="Aptos"/>
            </a:endParaRPr>
          </a:p>
          <a:p>
            <a:r>
              <a:rPr lang="en-US" sz="2000" dirty="0">
                <a:latin typeface="Aptos"/>
              </a:rPr>
              <a:t>Auction System</a:t>
            </a:r>
          </a:p>
          <a:p>
            <a:r>
              <a:rPr lang="en-US" sz="2000" dirty="0">
                <a:latin typeface="Aptos"/>
              </a:rPr>
              <a:t>Paper Details </a:t>
            </a:r>
          </a:p>
          <a:p>
            <a:endParaRPr lang="en-US" sz="2000" dirty="0">
              <a:latin typeface="Aptos"/>
            </a:endParaRPr>
          </a:p>
          <a:p>
            <a:endParaRPr lang="en-US" sz="2000" dirty="0">
              <a:latin typeface="Aptos"/>
            </a:endParaRPr>
          </a:p>
          <a:p>
            <a:endParaRPr lang="en-US" sz="2000" dirty="0">
              <a:latin typeface="Aptos"/>
            </a:endParaRPr>
          </a:p>
          <a:p>
            <a:endParaRPr lang="en-US" sz="2000" dirty="0">
              <a:latin typeface="Apto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BB2E74-46CC-AA6E-E996-3931B5B0B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9546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5" name="Rectangle 94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7AE89A-3CEE-D27E-7940-551D1578C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US" sz="5200" b="1"/>
              <a:t>Blockchain</a:t>
            </a:r>
          </a:p>
        </p:txBody>
      </p:sp>
      <p:sp>
        <p:nvSpPr>
          <p:cNvPr id="75" name="Slide Number Placeholder 74">
            <a:extLst>
              <a:ext uri="{FF2B5EF4-FFF2-40B4-BE49-F238E27FC236}">
                <a16:creationId xmlns:a16="http://schemas.microsoft.com/office/drawing/2014/main" id="{8EF0ECB7-3460-A43F-A00A-23B1B47DC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240947-F6C7-85E6-967D-1C8E45B7D9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144129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5" name="Picture 64" descr="A blue cubes connected to each other&#10;&#10;AI-generated content may be incorrect.">
            <a:extLst>
              <a:ext uri="{FF2B5EF4-FFF2-40B4-BE49-F238E27FC236}">
                <a16:creationId xmlns:a16="http://schemas.microsoft.com/office/drawing/2014/main" id="{40413294-05BD-2A3E-4EAB-57F7FAE687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0546" y="262328"/>
            <a:ext cx="1461956" cy="144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875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3EE762-2DAE-D660-0C9A-6B67DFD81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Advantage Of Blockchain </a:t>
            </a:r>
          </a:p>
        </p:txBody>
      </p:sp>
      <p:sp>
        <p:nvSpPr>
          <p:cNvPr id="77" name="Slide Number Placeholder 76">
            <a:extLst>
              <a:ext uri="{FF2B5EF4-FFF2-40B4-BE49-F238E27FC236}">
                <a16:creationId xmlns:a16="http://schemas.microsoft.com/office/drawing/2014/main" id="{00534EA3-82D3-6D4A-9355-908291293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E430A84-40E4-FBE7-326E-386A22BD5A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846845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0290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43348F-7FAD-FBC4-2F13-B224ACF7D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ea typeface="+mj-lt"/>
                <a:cs typeface="+mj-lt"/>
              </a:rPr>
              <a:t>💰 Transaction Management in Blockchain 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BAB124-BD46-69D7-99FC-816ED9168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10C6D360-9E97-22F1-CEF5-D5527FC326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422304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79540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F23A46-858F-A213-49EE-0D3BD7947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118AE84-AD70-67ED-E0E8-9DABAD56D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C54F79-92B3-DC10-EDB5-F0A9029E5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9FBA7C3-050E-A4C9-23F8-A2F21917B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6E09F53-B89D-BA77-4DDB-4CBAFD420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7446C-1A8A-A98F-6A29-89ABE9F7D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 fontScale="90000"/>
          </a:bodyPr>
          <a:lstStyle/>
          <a:p>
            <a:endParaRPr lang="en-US" sz="3600" dirty="0">
              <a:solidFill>
                <a:schemeClr val="bg1"/>
              </a:solidFill>
              <a:ea typeface="+mj-lt"/>
              <a:cs typeface="+mj-lt"/>
            </a:endParaRPr>
          </a:p>
          <a:p>
            <a:br>
              <a:rPr lang="en-US" sz="3600" b="1" dirty="0">
                <a:solidFill>
                  <a:schemeClr val="bg1"/>
                </a:solidFill>
                <a:ea typeface="+mj-lt"/>
                <a:cs typeface="+mj-lt"/>
              </a:rPr>
            </a:br>
            <a:r>
              <a:rPr lang="en-US" sz="3600" b="1" dirty="0">
                <a:solidFill>
                  <a:schemeClr val="bg1"/>
                </a:solidFill>
                <a:ea typeface="+mj-lt"/>
                <a:cs typeface="+mj-lt"/>
              </a:rPr>
              <a:t>📱  Vehicular Blockchain Network</a:t>
            </a:r>
            <a:endParaRPr lang="en-US" sz="3600" dirty="0">
              <a:solidFill>
                <a:schemeClr val="bg1"/>
              </a:solidFill>
              <a:ea typeface="+mj-lt"/>
              <a:cs typeface="+mj-lt"/>
            </a:endParaRPr>
          </a:p>
          <a:p>
            <a:pPr marL="285750" indent="-285750">
              <a:buFont typeface="Arial,Sans-Serif"/>
              <a:buChar char="•"/>
            </a:pPr>
            <a:endParaRPr lang="en-US" sz="3600" dirty="0">
              <a:solidFill>
                <a:schemeClr val="bg1"/>
              </a:solidFill>
              <a:ea typeface="+mj-lt"/>
              <a:cs typeface="+mj-lt"/>
            </a:endParaRPr>
          </a:p>
          <a:p>
            <a:endParaRPr lang="en-US" sz="3600" dirty="0">
              <a:solidFill>
                <a:schemeClr val="bg1"/>
              </a:solidFill>
              <a:ea typeface="+mj-lt"/>
              <a:cs typeface="+mj-lt"/>
            </a:endParaRPr>
          </a:p>
          <a:p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E0C56-E6C3-FE23-92DB-1F1C29DC4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58EE105-729B-C31D-3476-78647421724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309905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931BA4-43DA-9D05-E604-955E9BA0B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⚙️  Consensus 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CBD34-6969-1FAF-5384-0074E6004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000"/>
          </a:p>
          <a:p>
            <a:r>
              <a:rPr lang="en-US" sz="2000" b="1">
                <a:ea typeface="+mn-lt"/>
                <a:cs typeface="+mn-lt"/>
              </a:rPr>
              <a:t>Agreement process</a:t>
            </a:r>
            <a:r>
              <a:rPr lang="en-US" sz="2000">
                <a:ea typeface="+mn-lt"/>
                <a:cs typeface="+mn-lt"/>
              </a:rPr>
              <a:t> among all blockchain nodes.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Ensures </a:t>
            </a:r>
            <a:r>
              <a:rPr lang="en-US" sz="2000" b="1">
                <a:ea typeface="+mn-lt"/>
                <a:cs typeface="+mn-lt"/>
              </a:rPr>
              <a:t>only valid transactions</a:t>
            </a:r>
            <a:r>
              <a:rPr lang="en-US" sz="2000">
                <a:ea typeface="+mn-lt"/>
                <a:cs typeface="+mn-lt"/>
              </a:rPr>
              <a:t> are added to the ledger.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Maintains </a:t>
            </a:r>
            <a:r>
              <a:rPr lang="en-US" sz="2000" b="1">
                <a:ea typeface="+mn-lt"/>
                <a:cs typeface="+mn-lt"/>
              </a:rPr>
              <a:t>one shared and trusted version</a:t>
            </a:r>
            <a:r>
              <a:rPr lang="en-US" sz="2000">
                <a:ea typeface="+mn-lt"/>
                <a:cs typeface="+mn-lt"/>
              </a:rPr>
              <a:t> of the blockchain.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Provides </a:t>
            </a:r>
            <a:r>
              <a:rPr lang="en-US" sz="2000" b="1">
                <a:ea typeface="+mn-lt"/>
                <a:cs typeface="+mn-lt"/>
              </a:rPr>
              <a:t>security and reliability</a:t>
            </a:r>
            <a:r>
              <a:rPr lang="en-US" sz="2000">
                <a:ea typeface="+mn-lt"/>
                <a:cs typeface="+mn-lt"/>
              </a:rPr>
              <a:t> in a decentralized network.</a:t>
            </a:r>
            <a:endParaRPr lang="en-US" sz="2000"/>
          </a:p>
          <a:p>
            <a:endParaRPr lang="en-US" sz="2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30414-D343-5F02-5078-54B409D84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8086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23144B-00EC-D7AC-E260-AEFF7075A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Types of Consensus </a:t>
            </a:r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Mechanisms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4B66B-B5BC-CC6B-052C-929555FC3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buAutoNum type="arabicPeriod"/>
            </a:pPr>
            <a:r>
              <a:rPr lang="en-US" sz="2000" b="1" dirty="0"/>
              <a:t>Proof of Works(POW): </a:t>
            </a:r>
          </a:p>
          <a:p>
            <a:pPr lvl="1" indent="-457200">
              <a:buFont typeface="Courier New" panose="020B0604020202020204" pitchFamily="34" charset="0"/>
              <a:buChar char="o"/>
            </a:pPr>
            <a:r>
              <a:rPr lang="en-US" sz="2000" dirty="0">
                <a:ea typeface="+mn-lt"/>
                <a:cs typeface="+mn-lt"/>
              </a:rPr>
              <a:t>Miners solve </a:t>
            </a:r>
            <a:r>
              <a:rPr lang="en-US" sz="2000" b="1" dirty="0">
                <a:ea typeface="+mn-lt"/>
                <a:cs typeface="+mn-lt"/>
              </a:rPr>
              <a:t>complex puzzles</a:t>
            </a:r>
            <a:r>
              <a:rPr lang="en-US" sz="2000" dirty="0">
                <a:ea typeface="+mn-lt"/>
                <a:cs typeface="+mn-lt"/>
              </a:rPr>
              <a:t> to validate transactions.</a:t>
            </a:r>
            <a:endParaRPr lang="en-US" sz="2000" dirty="0"/>
          </a:p>
          <a:p>
            <a:pPr lvl="1" indent="-457200"/>
            <a:r>
              <a:rPr lang="en-US" sz="2000" b="1" dirty="0">
                <a:ea typeface="+mn-lt"/>
                <a:cs typeface="+mn-lt"/>
              </a:rPr>
              <a:t>High energy consumption</a:t>
            </a:r>
            <a:r>
              <a:rPr lang="en-US" sz="2000" dirty="0">
                <a:ea typeface="+mn-lt"/>
                <a:cs typeface="+mn-lt"/>
              </a:rPr>
              <a:t> due to heavy computations.</a:t>
            </a:r>
            <a:endParaRPr lang="en-US" sz="2000" dirty="0"/>
          </a:p>
          <a:p>
            <a:pPr lvl="1" indent="-457200"/>
            <a:r>
              <a:rPr lang="en-US" sz="2000" dirty="0">
                <a:ea typeface="+mn-lt"/>
                <a:cs typeface="+mn-lt"/>
              </a:rPr>
              <a:t>Rewards miners with </a:t>
            </a:r>
            <a:r>
              <a:rPr lang="en-US" sz="2000" b="1" dirty="0">
                <a:ea typeface="+mn-lt"/>
                <a:cs typeface="+mn-lt"/>
              </a:rPr>
              <a:t>cryptocurrency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 dirty="0"/>
          </a:p>
          <a:p>
            <a:pPr lvl="1" indent="-457200"/>
            <a:r>
              <a:rPr lang="en-US" sz="2000" dirty="0">
                <a:ea typeface="+mn-lt"/>
                <a:cs typeface="+mn-lt"/>
              </a:rPr>
              <a:t>Used in </a:t>
            </a:r>
            <a:r>
              <a:rPr lang="en-US" sz="2000" b="1" dirty="0">
                <a:ea typeface="+mn-lt"/>
                <a:cs typeface="+mn-lt"/>
              </a:rPr>
              <a:t>Bitcoin</a:t>
            </a:r>
            <a:r>
              <a:rPr lang="en-US" sz="2000" dirty="0">
                <a:ea typeface="+mn-lt"/>
                <a:cs typeface="+mn-lt"/>
              </a:rPr>
              <a:t>; secure but slower.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 </a:t>
            </a:r>
          </a:p>
          <a:p>
            <a:pPr marL="0" indent="0">
              <a:buNone/>
            </a:pPr>
            <a:r>
              <a:rPr lang="en-US" sz="2000" dirty="0"/>
              <a:t>  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80DC6-D0E7-3C6C-9C23-37BEFB2ED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0957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DAF78C-2D8D-38D1-3050-6B8954ADB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Continue...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A503E-4811-42E4-BFB6-A0DB23AB0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3200" dirty="0"/>
              <a:t>2.  Proof of Stake(POS)</a:t>
            </a:r>
          </a:p>
          <a:p>
            <a:pPr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Validators are </a:t>
            </a:r>
            <a:r>
              <a:rPr lang="en-US" sz="2000" b="1" dirty="0">
                <a:ea typeface="+mn-lt"/>
                <a:cs typeface="+mn-lt"/>
              </a:rPr>
              <a:t>chosen based on the number of coins they stake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 dirty="0"/>
          </a:p>
          <a:p>
            <a:pPr>
              <a:buFont typeface="Arial"/>
              <a:buChar char="•"/>
            </a:pPr>
            <a:r>
              <a:rPr lang="en-US" sz="2000" b="1" dirty="0">
                <a:ea typeface="+mn-lt"/>
                <a:cs typeface="+mn-lt"/>
              </a:rPr>
              <a:t>Energy-efficient</a:t>
            </a:r>
            <a:r>
              <a:rPr lang="en-US" sz="2000" dirty="0">
                <a:ea typeface="+mn-lt"/>
                <a:cs typeface="+mn-lt"/>
              </a:rPr>
              <a:t>; no complex puzzles like POW.</a:t>
            </a:r>
            <a:endParaRPr lang="en-US" sz="2000" dirty="0"/>
          </a:p>
          <a:p>
            <a:pPr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Rewards are distributed </a:t>
            </a:r>
            <a:r>
              <a:rPr lang="en-US" sz="2000" b="1" dirty="0">
                <a:ea typeface="+mn-lt"/>
                <a:cs typeface="+mn-lt"/>
              </a:rPr>
              <a:t>proportionally to the stake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 dirty="0"/>
          </a:p>
          <a:p>
            <a:pPr>
              <a:buFont typeface="Arial"/>
              <a:buChar char="•"/>
            </a:pPr>
            <a:r>
              <a:rPr lang="en-US" sz="2000" dirty="0">
                <a:ea typeface="+mn-lt"/>
                <a:cs typeface="+mn-lt"/>
              </a:rPr>
              <a:t>Used in </a:t>
            </a:r>
            <a:r>
              <a:rPr lang="en-US" sz="2000" b="1" dirty="0">
                <a:ea typeface="+mn-lt"/>
                <a:cs typeface="+mn-lt"/>
              </a:rPr>
              <a:t>Ethereum 2.0, Cardano</a:t>
            </a:r>
            <a:r>
              <a:rPr lang="en-US" sz="2000" dirty="0">
                <a:ea typeface="+mn-lt"/>
                <a:cs typeface="+mn-lt"/>
              </a:rPr>
              <a:t>, and other modern blockchains.</a:t>
            </a:r>
            <a:endParaRPr lang="en-US" sz="2000" dirty="0"/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 dirty="0"/>
              <a:t> 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5F7F1-A344-47AF-5F75-A4C8FDE89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139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1E54F6-E1EF-EB70-7D78-F5C9300DC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b="1" dirty="0"/>
              <a:t>🌐</a:t>
            </a:r>
            <a:r>
              <a:rPr lang="en-US" sz="4000" b="1" dirty="0">
                <a:solidFill>
                  <a:srgbClr val="FFFFFF"/>
                </a:solidFill>
              </a:rPr>
              <a:t>Need for Edge Resource Allocation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99389-6832-7E1E-2E57-23ABF5389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>
                <a:ea typeface="+mn-lt"/>
                <a:cs typeface="+mn-lt"/>
              </a:rPr>
              <a:t>Edge-level computing provider</a:t>
            </a:r>
            <a:r>
              <a:rPr lang="en-US" sz="2000">
                <a:ea typeface="+mn-lt"/>
                <a:cs typeface="+mn-lt"/>
              </a:rPr>
              <a:t> delivering CPU, storage, and network.</a:t>
            </a:r>
            <a:endParaRPr lang="en-US" sz="2000"/>
          </a:p>
          <a:p>
            <a:r>
              <a:rPr lang="en-US" sz="2000" b="1">
                <a:ea typeface="+mn-lt"/>
                <a:cs typeface="+mn-lt"/>
              </a:rPr>
              <a:t>Processes data locally</a:t>
            </a:r>
            <a:r>
              <a:rPr lang="en-US" sz="2000">
                <a:ea typeface="+mn-lt"/>
                <a:cs typeface="+mn-lt"/>
              </a:rPr>
              <a:t>, reducing latency.</a:t>
            </a:r>
            <a:endParaRPr lang="en-US" sz="2000"/>
          </a:p>
          <a:p>
            <a:r>
              <a:rPr lang="en-US" sz="2000" b="1">
                <a:ea typeface="+mn-lt"/>
                <a:cs typeface="+mn-lt"/>
              </a:rPr>
              <a:t>Supports blockchain and IoT applications</a:t>
            </a:r>
            <a:r>
              <a:rPr lang="en-US" sz="2000">
                <a:ea typeface="+mn-lt"/>
                <a:cs typeface="+mn-lt"/>
              </a:rPr>
              <a:t> with resources.</a:t>
            </a:r>
            <a:endParaRPr lang="en-US" sz="2000"/>
          </a:p>
          <a:p>
            <a:r>
              <a:rPr lang="en-US" sz="2000" b="1">
                <a:ea typeface="+mn-lt"/>
                <a:cs typeface="+mn-lt"/>
              </a:rPr>
              <a:t>Bridges users and cloud</a:t>
            </a:r>
            <a:r>
              <a:rPr lang="en-US" sz="2000">
                <a:ea typeface="+mn-lt"/>
                <a:cs typeface="+mn-lt"/>
              </a:rPr>
              <a:t>, acting as a nearby mini data center.</a:t>
            </a:r>
            <a:endParaRPr lang="en-US" sz="2000"/>
          </a:p>
          <a:p>
            <a:endParaRPr lang="en-US" sz="2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E9B10-5B63-2CE6-29FB-611B91BDF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9346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B42468-79B8-D578-9A90-384CFE80B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💸 Auction System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560D4-9A2B-DC6E-AB57-4A8C673CB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7C0C5B93-3D71-49B1-A7C1-29A6E52547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324564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89104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A9B615-454C-851B-8781-CA7781CD6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🏷️ </a:t>
            </a:r>
            <a:r>
              <a:rPr lang="en-US" sz="4000">
                <a:solidFill>
                  <a:srgbClr val="FFFFFF"/>
                </a:solidFill>
              </a:rPr>
              <a:t>Types Of Auction System </a:t>
            </a:r>
            <a:endParaRPr lang="en-US"/>
          </a:p>
        </p:txBody>
      </p:sp>
      <p:sp>
        <p:nvSpPr>
          <p:cNvPr id="38" name="Content Placeholder 2">
            <a:extLst>
              <a:ext uri="{FF2B5EF4-FFF2-40B4-BE49-F238E27FC236}">
                <a16:creationId xmlns:a16="http://schemas.microsoft.com/office/drawing/2014/main" id="{D352F1D7-D732-7E69-FC68-D37099F60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457200" indent="-457200">
              <a:buAutoNum type="arabicPeriod"/>
            </a:pPr>
            <a:r>
              <a:rPr lang="en-US" sz="2000">
                <a:ea typeface="+mn-lt"/>
                <a:cs typeface="+mn-lt"/>
              </a:rPr>
              <a:t>English Auction</a:t>
            </a:r>
            <a:endParaRPr lang="en-US" sz="2000"/>
          </a:p>
          <a:p>
            <a:pPr marL="457200" indent="-457200">
              <a:buAutoNum type="arabicPeriod"/>
            </a:pPr>
            <a:r>
              <a:rPr lang="en-US" sz="2000"/>
              <a:t>Dutch Auction</a:t>
            </a:r>
          </a:p>
          <a:p>
            <a:pPr marL="457200" indent="-457200">
              <a:buAutoNum type="arabicPeriod"/>
            </a:pPr>
            <a:r>
              <a:rPr lang="en-US" sz="2000"/>
              <a:t>First Price Auction</a:t>
            </a:r>
          </a:p>
          <a:p>
            <a:pPr marL="457200" indent="-457200">
              <a:buAutoNum type="arabicPeriod"/>
            </a:pPr>
            <a:r>
              <a:rPr lang="en-US" sz="2000"/>
              <a:t>Second Price(Vickrey) Auction</a:t>
            </a:r>
          </a:p>
          <a:p>
            <a:pPr marL="457200" indent="-457200">
              <a:buAutoNum type="arabicPeriod"/>
            </a:pPr>
            <a:r>
              <a:rPr lang="en-US" sz="2000"/>
              <a:t>Double Auction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FD8E9-106A-290C-37BA-0D5045469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0347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30D7A3-6F2B-39BF-908A-E7891811F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Paper Description </a:t>
            </a:r>
          </a:p>
        </p:txBody>
      </p:sp>
      <p:pic>
        <p:nvPicPr>
          <p:cNvPr id="5" name="Content Placeholder 4" descr="A screenshot of a web page&#10;&#10;AI-generated content may be incorrect.">
            <a:extLst>
              <a:ext uri="{FF2B5EF4-FFF2-40B4-BE49-F238E27FC236}">
                <a16:creationId xmlns:a16="http://schemas.microsoft.com/office/drawing/2014/main" id="{216ABFCE-C45B-14B7-82AC-1451675B26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30841" y="467208"/>
            <a:ext cx="6968922" cy="592358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1F1704-C9E5-C182-A762-0C2AD75A9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19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13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2902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AA75AD-6FC7-D16C-86DA-D51D3AE63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AB0BE-DCE9-CD8D-EB03-76E55D657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Efficient Resource Allocation</a:t>
            </a:r>
          </a:p>
          <a:p>
            <a:r>
              <a:rPr lang="en-US" sz="2000">
                <a:ea typeface="+mn-lt"/>
                <a:cs typeface="+mn-lt"/>
              </a:rPr>
              <a:t>Truthful Auction Design</a:t>
            </a:r>
          </a:p>
          <a:p>
            <a:r>
              <a:rPr lang="en-US" sz="2000">
                <a:ea typeface="+mn-lt"/>
                <a:cs typeface="+mn-lt"/>
              </a:rPr>
              <a:t>Weighted Resource Model</a:t>
            </a:r>
          </a:p>
          <a:p>
            <a:r>
              <a:rPr lang="en-US" sz="2000"/>
              <a:t>Profit Optimization</a:t>
            </a:r>
            <a:endParaRPr lang="en-US" sz="2000">
              <a:ea typeface="+mn-lt"/>
              <a:cs typeface="+mn-lt"/>
            </a:endParaRPr>
          </a:p>
          <a:p>
            <a:r>
              <a:rPr lang="en-US" sz="2000"/>
              <a:t>Blockchain Transparency</a:t>
            </a:r>
            <a:endParaRPr lang="en-US" sz="2000">
              <a:ea typeface="+mn-lt"/>
              <a:cs typeface="+mn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4DC72-0E78-D32B-D29A-79760BCE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131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C7D3C4-A3BA-62F2-1A50-47370CB37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  <a:ea typeface="+mj-lt"/>
                <a:cs typeface="+mj-lt"/>
              </a:rPr>
              <a:t>Experimental Parameters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53528-C3FB-E0BD-6640-AE8FCBB1A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457200" indent="-457200">
              <a:buAutoNum type="arabicPeriod"/>
            </a:pPr>
            <a:r>
              <a:rPr lang="en-US" sz="3200" b="1" dirty="0">
                <a:ea typeface="+mn-lt"/>
                <a:cs typeface="+mn-lt"/>
              </a:rPr>
              <a:t>Constant-Demand Auction Mechanism (CDAM)</a:t>
            </a:r>
          </a:p>
          <a:p>
            <a:pPr marL="685800">
              <a:spcBef>
                <a:spcPts val="500"/>
              </a:spcBef>
            </a:pPr>
            <a:r>
              <a:rPr lang="en-US" sz="1600" dirty="0">
                <a:ea typeface="+mn-lt"/>
                <a:cs typeface="+mn-lt"/>
              </a:rPr>
              <a:t>Designed for </a:t>
            </a:r>
            <a:r>
              <a:rPr lang="en-US" sz="1600" b="1" dirty="0">
                <a:ea typeface="+mn-lt"/>
                <a:cs typeface="+mn-lt"/>
              </a:rPr>
              <a:t>blockchain-based </a:t>
            </a:r>
            <a:r>
              <a:rPr lang="en-US" sz="1600" b="1" dirty="0" err="1">
                <a:ea typeface="+mn-lt"/>
                <a:cs typeface="+mn-lt"/>
              </a:rPr>
              <a:t>IoV</a:t>
            </a:r>
            <a:r>
              <a:rPr lang="en-US" sz="1600" b="1" dirty="0">
                <a:ea typeface="+mn-lt"/>
                <a:cs typeface="+mn-lt"/>
              </a:rPr>
              <a:t> systems</a:t>
            </a:r>
            <a:r>
              <a:rPr lang="en-US" sz="1600" dirty="0">
                <a:ea typeface="+mn-lt"/>
                <a:cs typeface="+mn-lt"/>
              </a:rPr>
              <a:t> where all miners have the </a:t>
            </a:r>
            <a:r>
              <a:rPr lang="en-US" sz="1600" b="1" dirty="0">
                <a:ea typeface="+mn-lt"/>
                <a:cs typeface="+mn-lt"/>
              </a:rPr>
              <a:t>same demand (di = 1)</a:t>
            </a:r>
            <a:endParaRPr lang="en-US" sz="1600" dirty="0"/>
          </a:p>
          <a:p>
            <a:pPr lvl="1"/>
            <a:r>
              <a:rPr lang="en-US" sz="1600" b="1" dirty="0">
                <a:ea typeface="+mn-lt"/>
                <a:cs typeface="+mn-lt"/>
              </a:rPr>
              <a:t>Objective:</a:t>
            </a:r>
            <a:r>
              <a:rPr lang="en-US" sz="1600" dirty="0">
                <a:ea typeface="+mn-lt"/>
                <a:cs typeface="+mn-lt"/>
              </a:rPr>
              <a:t> Maximize </a:t>
            </a:r>
            <a:r>
              <a:rPr lang="en-US" sz="1600" b="1" dirty="0">
                <a:ea typeface="+mn-lt"/>
                <a:cs typeface="+mn-lt"/>
              </a:rPr>
              <a:t>social welfare</a:t>
            </a:r>
            <a:r>
              <a:rPr lang="en-US" sz="1600" dirty="0">
                <a:ea typeface="+mn-lt"/>
                <a:cs typeface="+mn-lt"/>
              </a:rPr>
              <a:t> through efficient resource allocation</a:t>
            </a:r>
            <a:endParaRPr lang="en-US" dirty="0"/>
          </a:p>
          <a:p>
            <a:pPr lvl="1"/>
            <a:r>
              <a:rPr lang="en-US" sz="1600" b="1" dirty="0">
                <a:ea typeface="+mn-lt"/>
                <a:cs typeface="+mn-lt"/>
              </a:rPr>
              <a:t>Allocation:</a:t>
            </a:r>
            <a:r>
              <a:rPr lang="en-US" sz="1600" dirty="0">
                <a:ea typeface="+mn-lt"/>
                <a:cs typeface="+mn-lt"/>
              </a:rPr>
              <a:t> Uses </a:t>
            </a:r>
            <a:r>
              <a:rPr lang="en-US" sz="1600" b="1" dirty="0">
                <a:ea typeface="+mn-lt"/>
                <a:cs typeface="+mn-lt"/>
              </a:rPr>
              <a:t>Maximum Cost Maximum Flow Algorithm</a:t>
            </a:r>
            <a:r>
              <a:rPr lang="en-US" sz="1600" dirty="0">
                <a:ea typeface="+mn-lt"/>
                <a:cs typeface="+mn-lt"/>
              </a:rPr>
              <a:t> for optimal distribution</a:t>
            </a:r>
            <a:endParaRPr lang="en-US" dirty="0"/>
          </a:p>
          <a:p>
            <a:pPr lvl="1"/>
            <a:r>
              <a:rPr lang="en-US" sz="1600" b="1" dirty="0">
                <a:ea typeface="+mn-lt"/>
                <a:cs typeface="+mn-lt"/>
              </a:rPr>
              <a:t>Pricing:</a:t>
            </a:r>
            <a:r>
              <a:rPr lang="en-US" sz="1600" dirty="0">
                <a:ea typeface="+mn-lt"/>
                <a:cs typeface="+mn-lt"/>
              </a:rPr>
              <a:t> Applies </a:t>
            </a:r>
            <a:r>
              <a:rPr lang="en-US" sz="1600" b="1" dirty="0">
                <a:ea typeface="+mn-lt"/>
                <a:cs typeface="+mn-lt"/>
              </a:rPr>
              <a:t>Vickrey–Clarke–Groves (VCG)</a:t>
            </a:r>
            <a:r>
              <a:rPr lang="en-US" sz="1600" dirty="0">
                <a:ea typeface="+mn-lt"/>
                <a:cs typeface="+mn-lt"/>
              </a:rPr>
              <a:t> mechanism to ensure </a:t>
            </a:r>
            <a:r>
              <a:rPr lang="en-US" sz="1600" b="1" dirty="0">
                <a:ea typeface="+mn-lt"/>
                <a:cs typeface="+mn-lt"/>
              </a:rPr>
              <a:t>truthful bidding</a:t>
            </a:r>
            <a:endParaRPr lang="en-US" dirty="0"/>
          </a:p>
          <a:p>
            <a:pPr marL="914400" lvl="1" indent="-457200">
              <a:spcBef>
                <a:spcPts val="1000"/>
              </a:spcBef>
              <a:buFont typeface="Courier New" panose="020B0604020202020204" pitchFamily="34" charset="0"/>
              <a:buChar char="o"/>
            </a:pPr>
            <a:endParaRPr lang="en-US" sz="16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F9B04-DBD0-FED2-D362-1D53D4166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09018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4E0618-A443-5049-AF26-DBBD6C2C4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3700" b="1">
                <a:solidFill>
                  <a:srgbClr val="FFFFFF"/>
                </a:solidFill>
              </a:rPr>
              <a:t>2. Multi-Demand Auction Mechanism (MDAM)</a:t>
            </a:r>
            <a:endParaRPr lang="en-US" sz="3700">
              <a:solidFill>
                <a:srgbClr val="FFFFFF"/>
              </a:solidFill>
            </a:endParaRPr>
          </a:p>
          <a:p>
            <a:endParaRPr lang="en-US" sz="37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DAAEFB-0BF6-2D8F-1AF1-612459156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endParaRPr lang="en-US" sz="2000"/>
          </a:p>
          <a:p>
            <a:r>
              <a:rPr lang="en-US" sz="2000">
                <a:ea typeface="+mn-lt"/>
                <a:cs typeface="+mn-lt"/>
              </a:rPr>
              <a:t>Designed for </a:t>
            </a:r>
            <a:r>
              <a:rPr lang="en-US" sz="2000" b="1">
                <a:ea typeface="+mn-lt"/>
                <a:cs typeface="+mn-lt"/>
              </a:rPr>
              <a:t>blockchain-based IoV systems</a:t>
            </a:r>
            <a:r>
              <a:rPr lang="en-US" sz="2000">
                <a:ea typeface="+mn-lt"/>
                <a:cs typeface="+mn-lt"/>
              </a:rPr>
              <a:t> where miners have </a:t>
            </a:r>
            <a:r>
              <a:rPr lang="en-US" sz="2000" b="1">
                <a:ea typeface="+mn-lt"/>
                <a:cs typeface="+mn-lt"/>
              </a:rPr>
              <a:t>different resource demands (di ≠ 1)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Objective: </a:t>
            </a:r>
            <a:r>
              <a:rPr lang="en-US" sz="2000" b="1">
                <a:ea typeface="+mn-lt"/>
                <a:cs typeface="+mn-lt"/>
              </a:rPr>
              <a:t>Maximize social welfare</a:t>
            </a:r>
            <a:r>
              <a:rPr lang="en-US" sz="2000">
                <a:ea typeface="+mn-lt"/>
                <a:cs typeface="+mn-lt"/>
              </a:rPr>
              <a:t> while handling </a:t>
            </a:r>
            <a:r>
              <a:rPr lang="en-US" sz="2000" b="1">
                <a:ea typeface="+mn-lt"/>
                <a:cs typeface="+mn-lt"/>
              </a:rPr>
              <a:t>variable resource requirements</a:t>
            </a:r>
            <a:endParaRPr lang="en-US" sz="2000"/>
          </a:p>
          <a:p>
            <a:r>
              <a:rPr lang="en-US" sz="2000" b="1">
                <a:ea typeface="+mn-lt"/>
                <a:cs typeface="+mn-lt"/>
              </a:rPr>
              <a:t>Problem type:</a:t>
            </a:r>
            <a:r>
              <a:rPr lang="en-US" sz="2000">
                <a:ea typeface="+mn-lt"/>
                <a:cs typeface="+mn-lt"/>
              </a:rPr>
              <a:t> NP-hard (cannot find exact optimal solution in polynomial time)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Uses </a:t>
            </a:r>
            <a:r>
              <a:rPr lang="en-US" sz="2000" b="1">
                <a:ea typeface="+mn-lt"/>
                <a:cs typeface="+mn-lt"/>
              </a:rPr>
              <a:t>heuristic approach</a:t>
            </a:r>
            <a:r>
              <a:rPr lang="en-US" sz="2000">
                <a:ea typeface="+mn-lt"/>
                <a:cs typeface="+mn-lt"/>
              </a:rPr>
              <a:t> for near-optimal performance</a:t>
            </a: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73BCCD-A162-266E-2787-5C49962A5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16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1736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F0D675-B073-6B25-DC9B-3B3E8600F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Further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B9B44-3892-893F-F2E8-FEA167311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1. Implement CDAM and MDAM</a:t>
            </a:r>
            <a:endParaRPr lang="en-US" dirty="0"/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2. Compare Their Social Profit</a:t>
            </a:r>
            <a:endParaRPr lang="en-US" dirty="0"/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0CC44-10C8-7054-DB7D-239DB382A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17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6036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1C975A-8D48-8A4F-8EEC-554240F66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361DF-4FDD-4523-DDD3-18DBBB88A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514350" indent="-514350">
              <a:buAutoNum type="arabicPeriod"/>
            </a:pPr>
            <a:r>
              <a:rPr lang="en-US" sz="2000">
                <a:ea typeface="+mn-lt"/>
                <a:cs typeface="+mn-lt"/>
              </a:rPr>
              <a:t>J. Zhang, W. Lou, H. Sun, Q. Su, and W. Li, "Truthful auction mechanisms for resource allocation in the Internet of Vehicles with public blockchain networks," *Future Gener. Comput. System, vol. 132, pp. 1–13, 2022, </a:t>
            </a:r>
            <a:r>
              <a:rPr lang="en-US" sz="2000" err="1">
                <a:ea typeface="+mn-lt"/>
                <a:cs typeface="+mn-lt"/>
              </a:rPr>
              <a:t>doi</a:t>
            </a:r>
            <a:r>
              <a:rPr lang="en-US" sz="2000">
                <a:ea typeface="+mn-lt"/>
                <a:cs typeface="+mn-lt"/>
              </a:rPr>
              <a:t>: 10.1016/j.future.2022.01.004.</a:t>
            </a:r>
            <a:endParaRPr lang="en-US"/>
          </a:p>
          <a:p>
            <a:pPr marL="514350" indent="-514350">
              <a:buAutoNum type="arabicPeriod"/>
            </a:pPr>
            <a:r>
              <a:rPr lang="en-US" sz="2000">
                <a:ea typeface="+mn-lt"/>
                <a:cs typeface="+mn-lt"/>
              </a:rPr>
              <a:t>S. Wang, J. Wang, X. Wang, </a:t>
            </a:r>
            <a:r>
              <a:rPr lang="en-US" sz="2000" i="1">
                <a:ea typeface="+mn-lt"/>
                <a:cs typeface="+mn-lt"/>
              </a:rPr>
              <a:t>et al.</a:t>
            </a:r>
            <a:r>
              <a:rPr lang="en-US" sz="2000">
                <a:ea typeface="+mn-lt"/>
                <a:cs typeface="+mn-lt"/>
              </a:rPr>
              <a:t>, “Blockchain-Powered Parallel Healthcare Systems Based on the ACP Approach,” </a:t>
            </a:r>
            <a:r>
              <a:rPr lang="en-US" sz="2000" i="1">
                <a:ea typeface="+mn-lt"/>
                <a:cs typeface="+mn-lt"/>
              </a:rPr>
              <a:t>IEEE Transactions on Computational Social Systems</a:t>
            </a:r>
            <a:r>
              <a:rPr lang="en-US" sz="2000">
                <a:ea typeface="+mn-lt"/>
                <a:cs typeface="+mn-lt"/>
              </a:rPr>
              <a:t>, pp. 942–950, 2018.</a:t>
            </a:r>
            <a:endParaRPr lang="en-US">
              <a:ea typeface="+mn-lt"/>
              <a:cs typeface="+mn-lt"/>
            </a:endParaRPr>
          </a:p>
          <a:p>
            <a:pPr marL="514350" indent="-514350">
              <a:buAutoNum type="arabicPeriod"/>
            </a:pPr>
            <a:r>
              <a:rPr lang="en-US" sz="2000">
                <a:ea typeface="+mn-lt"/>
                <a:cs typeface="+mn-lt"/>
              </a:rPr>
              <a:t> J. Q. Huang, L. H. Kong, G. H. Chen, </a:t>
            </a:r>
            <a:r>
              <a:rPr lang="en-US" sz="2000" i="1">
                <a:ea typeface="+mn-lt"/>
                <a:cs typeface="+mn-lt"/>
              </a:rPr>
              <a:t>et al.</a:t>
            </a:r>
            <a:r>
              <a:rPr lang="en-US" sz="2000">
                <a:ea typeface="+mn-lt"/>
                <a:cs typeface="+mn-lt"/>
              </a:rPr>
              <a:t>, “Towards Secure Industrial IoT: Blockchain System with Credit-Based Consensus Mechanism,” </a:t>
            </a:r>
            <a:r>
              <a:rPr lang="en-US" sz="2000" i="1">
                <a:ea typeface="+mn-lt"/>
                <a:cs typeface="+mn-lt"/>
              </a:rPr>
              <a:t>IEEE Transactions on Industrial Informatics</a:t>
            </a:r>
            <a:r>
              <a:rPr lang="en-US" sz="2000">
                <a:ea typeface="+mn-lt"/>
                <a:cs typeface="+mn-lt"/>
              </a:rPr>
              <a:t>, pp. 1–10, 2019</a:t>
            </a:r>
            <a:endParaRPr lang="en-US">
              <a:ea typeface="+mn-lt"/>
              <a:cs typeface="+mn-lt"/>
            </a:endParaRPr>
          </a:p>
          <a:p>
            <a:pPr marL="514350" indent="-514350">
              <a:buAutoNum type="arabicPeriod"/>
            </a:pPr>
            <a:endParaRPr lang="en-US" sz="2000"/>
          </a:p>
          <a:p>
            <a:pPr marL="0" indent="0">
              <a:buNone/>
            </a:pPr>
            <a:endParaRPr lang="en-US" sz="2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0F584F-C31C-7763-D42F-38BA69AD6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18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05492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3C994B4-9721-4148-9EEC-6793CECDE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3" y="-1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D95E49-763A-4886-B038-82F7347405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1CEA24-8518-4C08-A11E-B7E64FB31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78324" y="699899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9AA536-EE38-837B-801B-33096C8D0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6326" y="1416581"/>
            <a:ext cx="4194975" cy="20554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You!!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D28AB17-F6FA-4C53-B3E3-D0A39D4A33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A8E909-89DB-0B93-26F1-905BAA65B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4091" y="0"/>
            <a:ext cx="826383" cy="68001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</a:pPr>
            <a:fld id="{330EA680-D336-4FF7-8B7A-9848BB0A1C32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 algn="ctr">
                <a:spcAft>
                  <a:spcPts val="600"/>
                </a:spcAft>
              </a:pPr>
              <a:t>19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EFADC67-92A1-44FB-8691-D8CD71A21E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4AA74EAB-FD76-4F40-A962-CEADC3054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1425172"/>
            <a:ext cx="1469410" cy="4695345"/>
          </a:xfrm>
          <a:prstGeom prst="rect">
            <a:avLst/>
          </a:prstGeom>
          <a:solidFill>
            <a:schemeClr val="accent1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8" name="Graphic 7" descr="Smiling Face with No Fill">
            <a:extLst>
              <a:ext uri="{FF2B5EF4-FFF2-40B4-BE49-F238E27FC236}">
                <a16:creationId xmlns:a16="http://schemas.microsoft.com/office/drawing/2014/main" id="{63C49E64-EFB0-F4FD-5FCA-3DED41B565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9918" y="1536141"/>
            <a:ext cx="3756276" cy="3756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042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13BBCB3-9FD4-4FAB-AECD-65A782981029}">
  <we:reference id="wa104051163" version="1.2.0.3" store="en-US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</TotalTime>
  <Words>792</Words>
  <Application>Microsoft Office PowerPoint</Application>
  <PresentationFormat>Widescreen</PresentationFormat>
  <Paragraphs>120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Truthful auction mechanisms for resource allocation in the Internet of Vehicles with public blockchain networks</vt:lpstr>
      <vt:lpstr>Overview</vt:lpstr>
      <vt:lpstr>Blockchain</vt:lpstr>
      <vt:lpstr>Advantage Of Blockchain </vt:lpstr>
      <vt:lpstr>💰 Transaction Management in Blockchain </vt:lpstr>
      <vt:lpstr>  📱  Vehicular Blockchain Network   </vt:lpstr>
      <vt:lpstr>⚙️  Consensus </vt:lpstr>
      <vt:lpstr>Types of Consensus Mechanisms</vt:lpstr>
      <vt:lpstr>Continue...</vt:lpstr>
      <vt:lpstr>🌐Need for Edge Resource Allocation</vt:lpstr>
      <vt:lpstr>💸 Auction System</vt:lpstr>
      <vt:lpstr>🏷️ Types Of Auction System </vt:lpstr>
      <vt:lpstr>Paper Description </vt:lpstr>
      <vt:lpstr>Objective</vt:lpstr>
      <vt:lpstr>Experimental Parameters </vt:lpstr>
      <vt:lpstr>2. Multi-Demand Auction Mechanism (MDAM) </vt:lpstr>
      <vt:lpstr>Further Work</vt:lpstr>
      <vt:lpstr>References</vt:lpstr>
      <vt:lpstr>Thank You!!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SAGAR</cp:lastModifiedBy>
  <cp:revision>151</cp:revision>
  <dcterms:created xsi:type="dcterms:W3CDTF">2025-10-15T09:14:59Z</dcterms:created>
  <dcterms:modified xsi:type="dcterms:W3CDTF">2025-10-16T08:52:26Z</dcterms:modified>
</cp:coreProperties>
</file>